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6858000" cx="9144000"/>
  <p:notesSz cx="6858000" cy="9144000"/>
  <p:embeddedFontLst>
    <p:embeddedFont>
      <p:font typeface="Tahoma"/>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slide" Target="slides/slide40.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Tahoma-bold.fntdata"/><Relationship Id="rId25" Type="http://schemas.openxmlformats.org/officeDocument/2006/relationships/slide" Target="slides/slide19.xml"/><Relationship Id="rId47" Type="http://schemas.openxmlformats.org/officeDocument/2006/relationships/font" Target="fonts/Tahoma-regular.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cap="none" strike="noStrike">
                <a:solidFill>
                  <a:srgbClr val="000000"/>
                </a:solidFill>
                <a:latin typeface="Arial"/>
                <a:ea typeface="Arial"/>
                <a:cs typeface="Arial"/>
                <a:sym typeface="Arial"/>
              </a:rPr>
              <a:t>‹#›</a:t>
            </a:fld>
            <a:endParaRPr/>
          </a:p>
        </p:txBody>
      </p:sp>
      <p:sp>
        <p:nvSpPr>
          <p:cNvPr id="78" name="Google Shape;7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88" name="Google Shape;8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103" name="Google Shape;10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113" name="Google Shape;11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124" name="Google Shape;12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132" name="Google Shape;13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147" name="Google Shape;14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159" name="Google Shape;15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171" name="Google Shape;17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186" name="Google Shape;18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195" name="Google Shape;19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203" name="Google Shape;20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215" name="Google Shape;21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25" name="Google Shape;22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33" name="Google Shape;23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48" name="Google Shape;24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257" name="Google Shape;25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69" name="Google Shape;26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277" name="Google Shape;27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88" name="Google Shape;28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96" name="Google Shape;29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11" name="Google Shape;31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20" name="Google Shape;32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28" name="Google Shape;32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336" name="Google Shape;33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47" name="Google Shape;34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356" name="Google Shape;35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67" name="Google Shape;36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75" name="Google Shape;37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90" name="Google Shape;39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99" name="Google Shape;39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09" name="Google Shape;40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17" name="Google Shape;41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32" name="Google Shape;43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41" name="Google Shape;44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49" name="Google Shape;44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64" name="Google Shape;464;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73" name="Google Shape;47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 name="Google Shape;474;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81" name="Google Shape;481;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4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96" name="Google Shape;49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 name="Shape 13"/>
        <p:cNvGrpSpPr/>
        <p:nvPr/>
      </p:nvGrpSpPr>
      <p:grpSpPr>
        <a:xfrm>
          <a:off x="0" y="0"/>
          <a:ext cx="0" cy="0"/>
          <a:chOff x="0" y="0"/>
          <a:chExt cx="0" cy="0"/>
        </a:xfrm>
      </p:grpSpPr>
      <p:sp>
        <p:nvSpPr>
          <p:cNvPr id="14" name="Google Shape;14;p3"/>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5" name="Google Shape;15;p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6" name="Google Shape;16;p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 name="Shape 17"/>
        <p:cNvGrpSpPr/>
        <p:nvPr/>
      </p:nvGrpSpPr>
      <p:grpSpPr>
        <a:xfrm>
          <a:off x="0" y="0"/>
          <a:ext cx="0" cy="0"/>
          <a:chOff x="0" y="0"/>
          <a:chExt cx="0" cy="0"/>
        </a:xfrm>
      </p:grpSpPr>
      <p:sp>
        <p:nvSpPr>
          <p:cNvPr id="18" name="Google Shape;18;p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9" name="Google Shape;19;p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20" name="Google Shape;20;p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 name="Shape 21"/>
        <p:cNvGrpSpPr/>
        <p:nvPr/>
      </p:nvGrpSpPr>
      <p:grpSpPr>
        <a:xfrm>
          <a:off x="0" y="0"/>
          <a:ext cx="0" cy="0"/>
          <a:chOff x="0" y="0"/>
          <a:chExt cx="0" cy="0"/>
        </a:xfrm>
      </p:grpSpPr>
      <p:sp>
        <p:nvSpPr>
          <p:cNvPr id="22" name="Google Shape;22;p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3" name="Google Shape;23;p5"/>
          <p:cNvSpPr/>
          <p:nvPr>
            <p:ph idx="2" type="pic"/>
          </p:nvPr>
        </p:nvSpPr>
        <p:spPr>
          <a:xfrm>
            <a:off x="1792288" y="612775"/>
            <a:ext cx="5486400" cy="4114800"/>
          </a:xfrm>
          <a:prstGeom prst="rect">
            <a:avLst/>
          </a:prstGeom>
          <a:noFill/>
          <a:ln>
            <a:noFill/>
          </a:ln>
        </p:spPr>
      </p:sp>
      <p:sp>
        <p:nvSpPr>
          <p:cNvPr id="24" name="Google Shape;24;p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folHlink"/>
              </a:buClr>
              <a:buSzPts val="840"/>
              <a:buFont typeface="Noto Sans Symbols"/>
              <a:buNone/>
              <a:defRPr b="0" i="0" sz="1400" u="none" cap="none" strike="noStrike">
                <a:solidFill>
                  <a:schemeClr val="dk1"/>
                </a:solidFill>
                <a:latin typeface="Tahoma"/>
                <a:ea typeface="Tahoma"/>
                <a:cs typeface="Tahoma"/>
                <a:sym typeface="Tahoma"/>
              </a:defRPr>
            </a:lvl1pPr>
            <a:lvl2pPr indent="-228600" lvl="1" marL="914400" marR="0" rtl="0" algn="l">
              <a:spcBef>
                <a:spcPts val="240"/>
              </a:spcBef>
              <a:spcAft>
                <a:spcPts val="0"/>
              </a:spcAft>
              <a:buClr>
                <a:schemeClr val="hlink"/>
              </a:buClr>
              <a:buSzPts val="660"/>
              <a:buFont typeface="Noto Sans Symbols"/>
              <a:buNone/>
              <a:defRPr b="0" i="0" sz="1200" u="none" cap="none" strike="noStrike">
                <a:solidFill>
                  <a:schemeClr val="dk1"/>
                </a:solidFill>
                <a:latin typeface="Tahoma"/>
                <a:ea typeface="Tahoma"/>
                <a:cs typeface="Tahoma"/>
                <a:sym typeface="Tahoma"/>
              </a:defRPr>
            </a:lvl2pPr>
            <a:lvl3pPr indent="-228600" lvl="2" marL="1371600" marR="0" rtl="0" algn="l">
              <a:spcBef>
                <a:spcPts val="200"/>
              </a:spcBef>
              <a:spcAft>
                <a:spcPts val="0"/>
              </a:spcAft>
              <a:buClr>
                <a:schemeClr val="folHlink"/>
              </a:buClr>
              <a:buSzPts val="500"/>
              <a:buFont typeface="Noto Sans Symbols"/>
              <a:buNone/>
              <a:defRPr b="0" i="0" sz="1000" u="none" cap="none" strike="noStrike">
                <a:solidFill>
                  <a:schemeClr val="dk1"/>
                </a:solidFill>
                <a:latin typeface="Tahoma"/>
                <a:ea typeface="Tahoma"/>
                <a:cs typeface="Tahoma"/>
                <a:sym typeface="Tahoma"/>
              </a:defRPr>
            </a:lvl3pPr>
            <a:lvl4pPr indent="-228600" lvl="3" marL="1828800" marR="0" rtl="0" algn="l">
              <a:spcBef>
                <a:spcPts val="180"/>
              </a:spcBef>
              <a:spcAft>
                <a:spcPts val="0"/>
              </a:spcAft>
              <a:buClr>
                <a:schemeClr val="accent2"/>
              </a:buClr>
              <a:buSzPts val="495"/>
              <a:buFont typeface="Noto Sans Symbols"/>
              <a:buNone/>
              <a:defRPr b="0" i="0" sz="900" u="none" cap="none" strike="noStrike">
                <a:solidFill>
                  <a:schemeClr val="dk1"/>
                </a:solidFill>
                <a:latin typeface="Tahoma"/>
                <a:ea typeface="Tahoma"/>
                <a:cs typeface="Tahoma"/>
                <a:sym typeface="Tahoma"/>
              </a:defRPr>
            </a:lvl4pPr>
            <a:lvl5pPr indent="-228600" lvl="4" marL="22860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5pPr>
            <a:lvl6pPr indent="-228600" lvl="5" marL="27432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6pPr>
            <a:lvl7pPr indent="-228600" lvl="6" marL="32004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7pPr>
            <a:lvl8pPr indent="-228600" lvl="7" marL="36576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8pPr>
            <a:lvl9pPr indent="-228600" lvl="8" marL="41148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9pPr>
          </a:lstStyle>
          <a:p/>
        </p:txBody>
      </p:sp>
      <p:sp>
        <p:nvSpPr>
          <p:cNvPr id="25" name="Google Shape;25;p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6" name="Shape 26"/>
        <p:cNvGrpSpPr/>
        <p:nvPr/>
      </p:nvGrpSpPr>
      <p:grpSpPr>
        <a:xfrm>
          <a:off x="0" y="0"/>
          <a:ext cx="0" cy="0"/>
          <a:chOff x="0" y="0"/>
          <a:chExt cx="0" cy="0"/>
        </a:xfrm>
      </p:grpSpPr>
      <p:sp>
        <p:nvSpPr>
          <p:cNvPr id="27" name="Google Shape;27;p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8" name="Google Shape;28;p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29" name="Google Shape;29;p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folHlink"/>
              </a:buClr>
              <a:buSzPts val="840"/>
              <a:buFont typeface="Noto Sans Symbols"/>
              <a:buNone/>
              <a:defRPr b="0" i="0" sz="1400" u="none" cap="none" strike="noStrike">
                <a:solidFill>
                  <a:schemeClr val="dk1"/>
                </a:solidFill>
                <a:latin typeface="Tahoma"/>
                <a:ea typeface="Tahoma"/>
                <a:cs typeface="Tahoma"/>
                <a:sym typeface="Tahoma"/>
              </a:defRPr>
            </a:lvl1pPr>
            <a:lvl2pPr indent="-228600" lvl="1" marL="914400" marR="0" rtl="0" algn="l">
              <a:spcBef>
                <a:spcPts val="240"/>
              </a:spcBef>
              <a:spcAft>
                <a:spcPts val="0"/>
              </a:spcAft>
              <a:buClr>
                <a:schemeClr val="hlink"/>
              </a:buClr>
              <a:buSzPts val="660"/>
              <a:buFont typeface="Noto Sans Symbols"/>
              <a:buNone/>
              <a:defRPr b="0" i="0" sz="1200" u="none" cap="none" strike="noStrike">
                <a:solidFill>
                  <a:schemeClr val="dk1"/>
                </a:solidFill>
                <a:latin typeface="Tahoma"/>
                <a:ea typeface="Tahoma"/>
                <a:cs typeface="Tahoma"/>
                <a:sym typeface="Tahoma"/>
              </a:defRPr>
            </a:lvl2pPr>
            <a:lvl3pPr indent="-228600" lvl="2" marL="1371600" marR="0" rtl="0" algn="l">
              <a:spcBef>
                <a:spcPts val="200"/>
              </a:spcBef>
              <a:spcAft>
                <a:spcPts val="0"/>
              </a:spcAft>
              <a:buClr>
                <a:schemeClr val="folHlink"/>
              </a:buClr>
              <a:buSzPts val="500"/>
              <a:buFont typeface="Noto Sans Symbols"/>
              <a:buNone/>
              <a:defRPr b="0" i="0" sz="1000" u="none" cap="none" strike="noStrike">
                <a:solidFill>
                  <a:schemeClr val="dk1"/>
                </a:solidFill>
                <a:latin typeface="Tahoma"/>
                <a:ea typeface="Tahoma"/>
                <a:cs typeface="Tahoma"/>
                <a:sym typeface="Tahoma"/>
              </a:defRPr>
            </a:lvl3pPr>
            <a:lvl4pPr indent="-228600" lvl="3" marL="1828800" marR="0" rtl="0" algn="l">
              <a:spcBef>
                <a:spcPts val="180"/>
              </a:spcBef>
              <a:spcAft>
                <a:spcPts val="0"/>
              </a:spcAft>
              <a:buClr>
                <a:schemeClr val="accent2"/>
              </a:buClr>
              <a:buSzPts val="495"/>
              <a:buFont typeface="Noto Sans Symbols"/>
              <a:buNone/>
              <a:defRPr b="0" i="0" sz="900" u="none" cap="none" strike="noStrike">
                <a:solidFill>
                  <a:schemeClr val="dk1"/>
                </a:solidFill>
                <a:latin typeface="Tahoma"/>
                <a:ea typeface="Tahoma"/>
                <a:cs typeface="Tahoma"/>
                <a:sym typeface="Tahoma"/>
              </a:defRPr>
            </a:lvl4pPr>
            <a:lvl5pPr indent="-228600" lvl="4" marL="22860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5pPr>
            <a:lvl6pPr indent="-228600" lvl="5" marL="27432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6pPr>
            <a:lvl7pPr indent="-228600" lvl="6" marL="32004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7pPr>
            <a:lvl8pPr indent="-228600" lvl="7" marL="36576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8pPr>
            <a:lvl9pPr indent="-228600" lvl="8" marL="41148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9pPr>
          </a:lstStyle>
          <a:p/>
        </p:txBody>
      </p:sp>
      <p:sp>
        <p:nvSpPr>
          <p:cNvPr id="30" name="Google Shape;30;p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3" name="Google Shape;33;p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6" name="Google Shape;36;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6pPr>
            <a:lvl7pPr indent="-228600" lvl="6" marL="32004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7pPr>
            <a:lvl8pPr indent="-228600" lvl="7" marL="36576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8pPr>
            <a:lvl9pPr indent="-228600" lvl="8" marL="41148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9pPr>
          </a:lstStyle>
          <a:p/>
        </p:txBody>
      </p:sp>
      <p:sp>
        <p:nvSpPr>
          <p:cNvPr id="37" name="Google Shape;37;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marR="0" rtl="0" algn="l">
              <a:spcBef>
                <a:spcPts val="480"/>
              </a:spcBef>
              <a:spcAft>
                <a:spcPts val="0"/>
              </a:spcAft>
              <a:buClr>
                <a:schemeClr val="folHlink"/>
              </a:buClr>
              <a:buSzPts val="1440"/>
              <a:buFont typeface="Noto Sans Symbols"/>
              <a:buChar char="■"/>
              <a:defRPr b="0" i="0" sz="2400" u="none" cap="none" strike="noStrike">
                <a:solidFill>
                  <a:schemeClr val="dk1"/>
                </a:solidFill>
                <a:latin typeface="Tahoma"/>
                <a:ea typeface="Tahoma"/>
                <a:cs typeface="Tahoma"/>
                <a:sym typeface="Tahoma"/>
              </a:defRPr>
            </a:lvl1pPr>
            <a:lvl2pPr indent="-298450" lvl="1" marL="914400" marR="0" rtl="0" algn="l">
              <a:spcBef>
                <a:spcPts val="400"/>
              </a:spcBef>
              <a:spcAft>
                <a:spcPts val="0"/>
              </a:spcAft>
              <a:buClr>
                <a:schemeClr val="hlink"/>
              </a:buClr>
              <a:buSzPts val="1100"/>
              <a:buFont typeface="Noto Sans Symbols"/>
              <a:buChar char="■"/>
              <a:defRPr b="0" i="0" sz="2000" u="none" cap="none" strike="noStrike">
                <a:solidFill>
                  <a:schemeClr val="dk1"/>
                </a:solidFill>
                <a:latin typeface="Tahoma"/>
                <a:ea typeface="Tahoma"/>
                <a:cs typeface="Tahoma"/>
                <a:sym typeface="Tahoma"/>
              </a:defRPr>
            </a:lvl2pPr>
            <a:lvl3pPr indent="-285750" lvl="2" marL="1371600" marR="0" rtl="0" algn="l">
              <a:spcBef>
                <a:spcPts val="360"/>
              </a:spcBef>
              <a:spcAft>
                <a:spcPts val="0"/>
              </a:spcAft>
              <a:buClr>
                <a:schemeClr val="folHlink"/>
              </a:buClr>
              <a:buSzPts val="900"/>
              <a:buFont typeface="Noto Sans Symbols"/>
              <a:buChar char="■"/>
              <a:defRPr b="0" i="0" sz="1800" u="none" cap="none" strike="noStrike">
                <a:solidFill>
                  <a:schemeClr val="dk1"/>
                </a:solidFill>
                <a:latin typeface="Tahoma"/>
                <a:ea typeface="Tahoma"/>
                <a:cs typeface="Tahoma"/>
                <a:sym typeface="Tahoma"/>
              </a:defRPr>
            </a:lvl3pPr>
            <a:lvl4pPr indent="-284480" lvl="3" marL="1828800" marR="0" rtl="0" algn="l">
              <a:spcBef>
                <a:spcPts val="320"/>
              </a:spcBef>
              <a:spcAft>
                <a:spcPts val="0"/>
              </a:spcAft>
              <a:buClr>
                <a:schemeClr val="accent2"/>
              </a:buClr>
              <a:buSzPts val="880"/>
              <a:buFont typeface="Noto Sans Symbols"/>
              <a:buChar char="■"/>
              <a:defRPr b="0" i="0" sz="1600" u="none" cap="none" strike="noStrike">
                <a:solidFill>
                  <a:schemeClr val="dk1"/>
                </a:solidFill>
                <a:latin typeface="Tahoma"/>
                <a:ea typeface="Tahoma"/>
                <a:cs typeface="Tahoma"/>
                <a:sym typeface="Tahoma"/>
              </a:defRPr>
            </a:lvl4pPr>
            <a:lvl5pPr indent="-279400" lvl="4" marL="22860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5pPr>
            <a:lvl6pPr indent="-279400" lvl="5" marL="27432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6pPr>
            <a:lvl7pPr indent="-279400" lvl="6" marL="32004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7pPr>
            <a:lvl8pPr indent="-279400" lvl="7" marL="36576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8pPr>
            <a:lvl9pPr indent="-279400" lvl="8" marL="41148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9pPr>
          </a:lstStyle>
          <a:p/>
        </p:txBody>
      </p:sp>
      <p:sp>
        <p:nvSpPr>
          <p:cNvPr id="38" name="Google Shape;38;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6pPr>
            <a:lvl7pPr indent="-228600" lvl="6" marL="32004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7pPr>
            <a:lvl8pPr indent="-228600" lvl="7" marL="36576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8pPr>
            <a:lvl9pPr indent="-228600" lvl="8" marL="41148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9pPr>
          </a:lstStyle>
          <a:p/>
        </p:txBody>
      </p:sp>
      <p:sp>
        <p:nvSpPr>
          <p:cNvPr id="39" name="Google Shape;39;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marR="0" rtl="0" algn="l">
              <a:spcBef>
                <a:spcPts val="480"/>
              </a:spcBef>
              <a:spcAft>
                <a:spcPts val="0"/>
              </a:spcAft>
              <a:buClr>
                <a:schemeClr val="folHlink"/>
              </a:buClr>
              <a:buSzPts val="1440"/>
              <a:buFont typeface="Noto Sans Symbols"/>
              <a:buChar char="■"/>
              <a:defRPr b="0" i="0" sz="2400" u="none" cap="none" strike="noStrike">
                <a:solidFill>
                  <a:schemeClr val="dk1"/>
                </a:solidFill>
                <a:latin typeface="Tahoma"/>
                <a:ea typeface="Tahoma"/>
                <a:cs typeface="Tahoma"/>
                <a:sym typeface="Tahoma"/>
              </a:defRPr>
            </a:lvl1pPr>
            <a:lvl2pPr indent="-298450" lvl="1" marL="914400" marR="0" rtl="0" algn="l">
              <a:spcBef>
                <a:spcPts val="400"/>
              </a:spcBef>
              <a:spcAft>
                <a:spcPts val="0"/>
              </a:spcAft>
              <a:buClr>
                <a:schemeClr val="hlink"/>
              </a:buClr>
              <a:buSzPts val="1100"/>
              <a:buFont typeface="Noto Sans Symbols"/>
              <a:buChar char="■"/>
              <a:defRPr b="0" i="0" sz="2000" u="none" cap="none" strike="noStrike">
                <a:solidFill>
                  <a:schemeClr val="dk1"/>
                </a:solidFill>
                <a:latin typeface="Tahoma"/>
                <a:ea typeface="Tahoma"/>
                <a:cs typeface="Tahoma"/>
                <a:sym typeface="Tahoma"/>
              </a:defRPr>
            </a:lvl2pPr>
            <a:lvl3pPr indent="-285750" lvl="2" marL="1371600" marR="0" rtl="0" algn="l">
              <a:spcBef>
                <a:spcPts val="360"/>
              </a:spcBef>
              <a:spcAft>
                <a:spcPts val="0"/>
              </a:spcAft>
              <a:buClr>
                <a:schemeClr val="folHlink"/>
              </a:buClr>
              <a:buSzPts val="900"/>
              <a:buFont typeface="Noto Sans Symbols"/>
              <a:buChar char="■"/>
              <a:defRPr b="0" i="0" sz="1800" u="none" cap="none" strike="noStrike">
                <a:solidFill>
                  <a:schemeClr val="dk1"/>
                </a:solidFill>
                <a:latin typeface="Tahoma"/>
                <a:ea typeface="Tahoma"/>
                <a:cs typeface="Tahoma"/>
                <a:sym typeface="Tahoma"/>
              </a:defRPr>
            </a:lvl3pPr>
            <a:lvl4pPr indent="-284480" lvl="3" marL="1828800" marR="0" rtl="0" algn="l">
              <a:spcBef>
                <a:spcPts val="320"/>
              </a:spcBef>
              <a:spcAft>
                <a:spcPts val="0"/>
              </a:spcAft>
              <a:buClr>
                <a:schemeClr val="accent2"/>
              </a:buClr>
              <a:buSzPts val="880"/>
              <a:buFont typeface="Noto Sans Symbols"/>
              <a:buChar char="■"/>
              <a:defRPr b="0" i="0" sz="1600" u="none" cap="none" strike="noStrike">
                <a:solidFill>
                  <a:schemeClr val="dk1"/>
                </a:solidFill>
                <a:latin typeface="Tahoma"/>
                <a:ea typeface="Tahoma"/>
                <a:cs typeface="Tahoma"/>
                <a:sym typeface="Tahoma"/>
              </a:defRPr>
            </a:lvl4pPr>
            <a:lvl5pPr indent="-279400" lvl="4" marL="22860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5pPr>
            <a:lvl6pPr indent="-279400" lvl="5" marL="27432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6pPr>
            <a:lvl7pPr indent="-279400" lvl="6" marL="32004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7pPr>
            <a:lvl8pPr indent="-279400" lvl="7" marL="36576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8pPr>
            <a:lvl9pPr indent="-279400" lvl="8" marL="41148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9pPr>
          </a:lstStyle>
          <a:p/>
        </p:txBody>
      </p:sp>
      <p:sp>
        <p:nvSpPr>
          <p:cNvPr id="40" name="Google Shape;40;p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3" name="Google Shape;43;p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312420" lvl="1" marL="914400" marR="0" rtl="0" algn="l">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292100" lvl="2" marL="1371600" marR="0" rtl="0" algn="l">
              <a:spcBef>
                <a:spcPts val="400"/>
              </a:spcBef>
              <a:spcAft>
                <a:spcPts val="0"/>
              </a:spcAft>
              <a:buClr>
                <a:schemeClr val="folHlink"/>
              </a:buClr>
              <a:buSzPts val="1000"/>
              <a:buFont typeface="Noto Sans Symbols"/>
              <a:buChar char="■"/>
              <a:defRPr b="0" i="0" sz="2000" u="none" cap="none" strike="noStrike">
                <a:solidFill>
                  <a:schemeClr val="dk1"/>
                </a:solidFill>
                <a:latin typeface="Tahoma"/>
                <a:ea typeface="Tahoma"/>
                <a:cs typeface="Tahoma"/>
                <a:sym typeface="Tahoma"/>
              </a:defRPr>
            </a:lvl3pPr>
            <a:lvl4pPr indent="-291465" lvl="3" marL="1828800" marR="0" rtl="0" algn="l">
              <a:spcBef>
                <a:spcPts val="360"/>
              </a:spcBef>
              <a:spcAft>
                <a:spcPts val="0"/>
              </a:spcAft>
              <a:buClr>
                <a:schemeClr val="accent2"/>
              </a:buClr>
              <a:buSzPts val="990"/>
              <a:buFont typeface="Noto Sans Symbols"/>
              <a:buChar char="■"/>
              <a:defRPr b="0" i="0" sz="1800" u="none" cap="none" strike="noStrike">
                <a:solidFill>
                  <a:schemeClr val="dk1"/>
                </a:solidFill>
                <a:latin typeface="Tahoma"/>
                <a:ea typeface="Tahoma"/>
                <a:cs typeface="Tahoma"/>
                <a:sym typeface="Tahoma"/>
              </a:defRPr>
            </a:lvl4pPr>
            <a:lvl5pPr indent="-285750" lvl="4" marL="22860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5pPr>
            <a:lvl6pPr indent="-285750" lvl="5" marL="27432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6pPr>
            <a:lvl7pPr indent="-285750" lvl="6" marL="32004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7pPr>
            <a:lvl8pPr indent="-285750" lvl="7" marL="36576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8pPr>
            <a:lvl9pPr indent="-285750" lvl="8" marL="41148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9pPr>
          </a:lstStyle>
          <a:p/>
        </p:txBody>
      </p:sp>
      <p:sp>
        <p:nvSpPr>
          <p:cNvPr id="44" name="Google Shape;44;p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312420" lvl="1" marL="914400" marR="0" rtl="0" algn="l">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292100" lvl="2" marL="1371600" marR="0" rtl="0" algn="l">
              <a:spcBef>
                <a:spcPts val="400"/>
              </a:spcBef>
              <a:spcAft>
                <a:spcPts val="0"/>
              </a:spcAft>
              <a:buClr>
                <a:schemeClr val="folHlink"/>
              </a:buClr>
              <a:buSzPts val="1000"/>
              <a:buFont typeface="Noto Sans Symbols"/>
              <a:buChar char="■"/>
              <a:defRPr b="0" i="0" sz="2000" u="none" cap="none" strike="noStrike">
                <a:solidFill>
                  <a:schemeClr val="dk1"/>
                </a:solidFill>
                <a:latin typeface="Tahoma"/>
                <a:ea typeface="Tahoma"/>
                <a:cs typeface="Tahoma"/>
                <a:sym typeface="Tahoma"/>
              </a:defRPr>
            </a:lvl3pPr>
            <a:lvl4pPr indent="-291465" lvl="3" marL="1828800" marR="0" rtl="0" algn="l">
              <a:spcBef>
                <a:spcPts val="360"/>
              </a:spcBef>
              <a:spcAft>
                <a:spcPts val="0"/>
              </a:spcAft>
              <a:buClr>
                <a:schemeClr val="accent2"/>
              </a:buClr>
              <a:buSzPts val="990"/>
              <a:buFont typeface="Noto Sans Symbols"/>
              <a:buChar char="■"/>
              <a:defRPr b="0" i="0" sz="1800" u="none" cap="none" strike="noStrike">
                <a:solidFill>
                  <a:schemeClr val="dk1"/>
                </a:solidFill>
                <a:latin typeface="Tahoma"/>
                <a:ea typeface="Tahoma"/>
                <a:cs typeface="Tahoma"/>
                <a:sym typeface="Tahoma"/>
              </a:defRPr>
            </a:lvl4pPr>
            <a:lvl5pPr indent="-285750" lvl="4" marL="22860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5pPr>
            <a:lvl6pPr indent="-285750" lvl="5" marL="27432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6pPr>
            <a:lvl7pPr indent="-285750" lvl="6" marL="32004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7pPr>
            <a:lvl8pPr indent="-285750" lvl="7" marL="36576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8pPr>
            <a:lvl9pPr indent="-285750" lvl="8" marL="41148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9pPr>
          </a:lstStyle>
          <a:p/>
        </p:txBody>
      </p:sp>
      <p:sp>
        <p:nvSpPr>
          <p:cNvPr id="45" name="Google Shape;45;p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1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8" name="Google Shape;48;p1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folHlink"/>
              </a:buClr>
              <a:buSzPts val="1200"/>
              <a:buFont typeface="Noto Sans Symbols"/>
              <a:buNone/>
              <a:defRPr b="0" i="0" sz="2000" u="none" cap="none" strike="noStrike">
                <a:solidFill>
                  <a:schemeClr val="dk1"/>
                </a:solidFill>
                <a:latin typeface="Tahoma"/>
                <a:ea typeface="Tahoma"/>
                <a:cs typeface="Tahoma"/>
                <a:sym typeface="Tahoma"/>
              </a:defRPr>
            </a:lvl1pPr>
            <a:lvl2pPr indent="-228600" lvl="1" marL="914400" marR="0" rtl="0" algn="l">
              <a:spcBef>
                <a:spcPts val="360"/>
              </a:spcBef>
              <a:spcAft>
                <a:spcPts val="0"/>
              </a:spcAft>
              <a:buClr>
                <a:schemeClr val="hlink"/>
              </a:buClr>
              <a:buSzPts val="990"/>
              <a:buFont typeface="Noto Sans Symbols"/>
              <a:buNone/>
              <a:defRPr b="0" i="0" sz="1800" u="none" cap="none" strike="noStrike">
                <a:solidFill>
                  <a:schemeClr val="dk1"/>
                </a:solidFill>
                <a:latin typeface="Tahoma"/>
                <a:ea typeface="Tahoma"/>
                <a:cs typeface="Tahoma"/>
                <a:sym typeface="Tahoma"/>
              </a:defRPr>
            </a:lvl2pPr>
            <a:lvl3pPr indent="-228600" lvl="2" marL="1371600" marR="0" rtl="0" algn="l">
              <a:spcBef>
                <a:spcPts val="320"/>
              </a:spcBef>
              <a:spcAft>
                <a:spcPts val="0"/>
              </a:spcAft>
              <a:buClr>
                <a:schemeClr val="folHlink"/>
              </a:buClr>
              <a:buSzPts val="800"/>
              <a:buFont typeface="Noto Sans Symbols"/>
              <a:buNone/>
              <a:defRPr b="0" i="0" sz="1600" u="none" cap="none" strike="noStrike">
                <a:solidFill>
                  <a:schemeClr val="dk1"/>
                </a:solidFill>
                <a:latin typeface="Tahoma"/>
                <a:ea typeface="Tahoma"/>
                <a:cs typeface="Tahoma"/>
                <a:sym typeface="Tahoma"/>
              </a:defRPr>
            </a:lvl3pPr>
            <a:lvl4pPr indent="-228600" lvl="3" marL="1828800" marR="0" rtl="0" algn="l">
              <a:spcBef>
                <a:spcPts val="280"/>
              </a:spcBef>
              <a:spcAft>
                <a:spcPts val="0"/>
              </a:spcAft>
              <a:buClr>
                <a:schemeClr val="accent2"/>
              </a:buClr>
              <a:buSzPts val="770"/>
              <a:buFont typeface="Noto Sans Symbols"/>
              <a:buNone/>
              <a:defRPr b="0" i="0" sz="1400" u="none" cap="none" strike="noStrike">
                <a:solidFill>
                  <a:schemeClr val="dk1"/>
                </a:solidFill>
                <a:latin typeface="Tahoma"/>
                <a:ea typeface="Tahoma"/>
                <a:cs typeface="Tahoma"/>
                <a:sym typeface="Tahoma"/>
              </a:defRPr>
            </a:lvl4pPr>
            <a:lvl5pPr indent="-228600" lvl="4" marL="22860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5pPr>
            <a:lvl6pPr indent="-228600" lvl="5" marL="27432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6pPr>
            <a:lvl7pPr indent="-228600" lvl="6" marL="32004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7pPr>
            <a:lvl8pPr indent="-228600" lvl="7" marL="36576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8pPr>
            <a:lvl9pPr indent="-228600" lvl="8" marL="41148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9pPr>
          </a:lstStyle>
          <a:p/>
        </p:txBody>
      </p:sp>
      <p:sp>
        <p:nvSpPr>
          <p:cNvPr id="49" name="Google Shape;49;p1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2" name="Google Shape;52;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53" name="Google Shape;53;p1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0" name="Shape 70"/>
        <p:cNvGrpSpPr/>
        <p:nvPr/>
      </p:nvGrpSpPr>
      <p:grpSpPr>
        <a:xfrm>
          <a:off x="0" y="0"/>
          <a:ext cx="0" cy="0"/>
          <a:chOff x="0" y="0"/>
          <a:chExt cx="0" cy="0"/>
        </a:xfrm>
      </p:grpSpPr>
      <p:sp>
        <p:nvSpPr>
          <p:cNvPr id="71" name="Google Shape;71;p13"/>
          <p:cNvSpPr txBox="1"/>
          <p:nvPr>
            <p:ph type="ctrTitle"/>
          </p:nvPr>
        </p:nvSpPr>
        <p:spPr>
          <a:xfrm>
            <a:off x="990600" y="1676400"/>
            <a:ext cx="7772400" cy="14620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2" name="Google Shape;72;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chemeClr val="folHlink"/>
              </a:buClr>
              <a:buSzPts val="1920"/>
              <a:buFont typeface="Noto Sans Symbols"/>
              <a:buNone/>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lvl="6"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lvl="7"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lvl="8"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73" name="Google Shape;73;p13"/>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3"/>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3"/>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3.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grpSp>
        <p:nvGrpSpPr>
          <p:cNvPr id="55" name="Google Shape;55;p12"/>
          <p:cNvGrpSpPr/>
          <p:nvPr/>
        </p:nvGrpSpPr>
        <p:grpSpPr>
          <a:xfrm>
            <a:off x="0" y="2438400"/>
            <a:ext cx="9009062" cy="1052512"/>
            <a:chOff x="0" y="1536"/>
            <a:chExt cx="5675" cy="663"/>
          </a:xfrm>
        </p:grpSpPr>
        <p:grpSp>
          <p:nvGrpSpPr>
            <p:cNvPr id="56" name="Google Shape;56;p12"/>
            <p:cNvGrpSpPr/>
            <p:nvPr/>
          </p:nvGrpSpPr>
          <p:grpSpPr>
            <a:xfrm>
              <a:off x="185" y="1604"/>
              <a:ext cx="449" cy="299"/>
              <a:chOff x="720" y="336"/>
              <a:chExt cx="624" cy="432"/>
            </a:xfrm>
          </p:grpSpPr>
          <p:sp>
            <p:nvSpPr>
              <p:cNvPr id="57" name="Google Shape;57;p12"/>
              <p:cNvSpPr txBox="1"/>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8" name="Google Shape;58;p12"/>
              <p:cNvSpPr txBox="1"/>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grpSp>
        <p:grpSp>
          <p:nvGrpSpPr>
            <p:cNvPr id="59" name="Google Shape;59;p12"/>
            <p:cNvGrpSpPr/>
            <p:nvPr/>
          </p:nvGrpSpPr>
          <p:grpSpPr>
            <a:xfrm>
              <a:off x="263" y="1870"/>
              <a:ext cx="466" cy="299"/>
              <a:chOff x="912" y="2640"/>
              <a:chExt cx="672" cy="432"/>
            </a:xfrm>
          </p:grpSpPr>
          <p:sp>
            <p:nvSpPr>
              <p:cNvPr id="60" name="Google Shape;60;p12"/>
              <p:cNvSpPr txBox="1"/>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1" name="Google Shape;61;p12"/>
              <p:cNvSpPr txBox="1"/>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grpSp>
        <p:sp>
          <p:nvSpPr>
            <p:cNvPr id="62" name="Google Shape;62;p12"/>
            <p:cNvSpPr txBox="1"/>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3" name="Google Shape;63;p12"/>
            <p:cNvSpPr txBox="1"/>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4" name="Google Shape;64;p12"/>
            <p:cNvSpPr txBox="1"/>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grpSp>
      <p:sp>
        <p:nvSpPr>
          <p:cNvPr id="65" name="Google Shape;65;p12"/>
          <p:cNvSpPr txBox="1"/>
          <p:nvPr/>
        </p:nvSpPr>
        <p:spPr>
          <a:xfrm>
            <a:off x="0" y="6553200"/>
            <a:ext cx="22098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McGraw-Hill</a:t>
            </a:r>
            <a:endParaRPr/>
          </a:p>
        </p:txBody>
      </p:sp>
      <p:sp>
        <p:nvSpPr>
          <p:cNvPr id="66" name="Google Shape;66;p12"/>
          <p:cNvSpPr txBox="1"/>
          <p:nvPr/>
        </p:nvSpPr>
        <p:spPr>
          <a:xfrm>
            <a:off x="4572000" y="6553200"/>
            <a:ext cx="4572000" cy="304800"/>
          </a:xfrm>
          <a:prstGeom prst="rect">
            <a:avLst/>
          </a:prstGeom>
          <a:noFill/>
          <a:ln>
            <a:noFill/>
          </a:ln>
        </p:spPr>
        <p:txBody>
          <a:bodyPr anchorCtr="0" anchor="t" bIns="45700" lIns="91425" spcFirstLastPara="1" rIns="91425" wrap="square" tIns="45700">
            <a:spAutoFit/>
          </a:bodyPr>
          <a:lstStyle/>
          <a:p>
            <a:pPr indent="-88900" lvl="0" marL="0" marR="0" rtl="0" algn="r">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The McGraw-Hill Companies, Inc., 2000</a:t>
            </a:r>
            <a:endParaRPr/>
          </a:p>
        </p:txBody>
      </p:sp>
      <p:sp>
        <p:nvSpPr>
          <p:cNvPr id="67" name="Google Shape;67;p12"/>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1" sz="32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9pPr>
          </a:lstStyle>
          <a:p/>
        </p:txBody>
      </p:sp>
      <p:sp>
        <p:nvSpPr>
          <p:cNvPr id="68" name="Google Shape;68;p12"/>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1" sz="32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9pPr>
          </a:lstStyle>
          <a:p/>
        </p:txBody>
      </p:sp>
      <p:sp>
        <p:nvSpPr>
          <p:cNvPr id="69" name="Google Shape;69;p12"/>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0.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9.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9.pn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6.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descr="brandinglogo" id="81" name="Google Shape;81;p14"/>
          <p:cNvPicPr preferRelativeResize="0"/>
          <p:nvPr/>
        </p:nvPicPr>
        <p:blipFill rotWithShape="1">
          <a:blip r:embed="rId3">
            <a:alphaModFix/>
          </a:blip>
          <a:srcRect b="0" l="0" r="0" t="0"/>
          <a:stretch/>
        </p:blipFill>
        <p:spPr>
          <a:xfrm>
            <a:off x="0" y="0"/>
            <a:ext cx="9144000" cy="533400"/>
          </a:xfrm>
          <a:prstGeom prst="rect">
            <a:avLst/>
          </a:prstGeom>
          <a:noFill/>
          <a:ln>
            <a:noFill/>
          </a:ln>
        </p:spPr>
      </p:pic>
      <p:pic>
        <p:nvPicPr>
          <p:cNvPr id="82" name="Google Shape;82;p14"/>
          <p:cNvPicPr preferRelativeResize="0"/>
          <p:nvPr/>
        </p:nvPicPr>
        <p:blipFill rotWithShape="1">
          <a:blip r:embed="rId4">
            <a:alphaModFix/>
          </a:blip>
          <a:srcRect b="0" l="0" r="0" t="0"/>
          <a:stretch/>
        </p:blipFill>
        <p:spPr>
          <a:xfrm>
            <a:off x="4419600" y="762000"/>
            <a:ext cx="4470400" cy="5765800"/>
          </a:xfrm>
          <a:prstGeom prst="rect">
            <a:avLst/>
          </a:prstGeom>
          <a:noFill/>
          <a:ln>
            <a:noFill/>
          </a:ln>
        </p:spPr>
      </p:pic>
      <p:sp>
        <p:nvSpPr>
          <p:cNvPr id="83" name="Google Shape;83;p14"/>
          <p:cNvSpPr txBox="1"/>
          <p:nvPr/>
        </p:nvSpPr>
        <p:spPr>
          <a:xfrm>
            <a:off x="187325" y="1905000"/>
            <a:ext cx="4156075" cy="8239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4800"/>
              <a:buFont typeface="Times"/>
              <a:buNone/>
            </a:pPr>
            <a:r>
              <a:rPr b="1" i="1" lang="en-US" sz="4800" u="none" cap="none" strike="noStrike">
                <a:solidFill>
                  <a:srgbClr val="FF0000"/>
                </a:solidFill>
                <a:latin typeface="Times"/>
                <a:ea typeface="Times"/>
                <a:cs typeface="Times"/>
                <a:sym typeface="Times"/>
              </a:rPr>
              <a:t>Chapter 5</a:t>
            </a:r>
            <a:endParaRPr/>
          </a:p>
        </p:txBody>
      </p:sp>
      <p:sp>
        <p:nvSpPr>
          <p:cNvPr id="84" name="Google Shape;84;p14"/>
          <p:cNvSpPr txBox="1"/>
          <p:nvPr/>
        </p:nvSpPr>
        <p:spPr>
          <a:xfrm>
            <a:off x="152400" y="3230562"/>
            <a:ext cx="4156075" cy="15700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2060"/>
              </a:buClr>
              <a:buSzPts val="4800"/>
              <a:buFont typeface="Times"/>
              <a:buNone/>
            </a:pPr>
            <a:r>
              <a:rPr b="1" i="1" lang="en-US" sz="4800" u="none" cap="none" strike="noStrike">
                <a:solidFill>
                  <a:srgbClr val="002060"/>
                </a:solidFill>
                <a:latin typeface="Times"/>
                <a:ea typeface="Times"/>
                <a:cs typeface="Times"/>
                <a:sym typeface="Times"/>
              </a:rPr>
              <a:t>Analog</a:t>
            </a:r>
            <a:endParaRPr/>
          </a:p>
          <a:p>
            <a:pPr indent="0" lvl="0" marL="0" marR="0" rtl="0" algn="ctr">
              <a:lnSpc>
                <a:spcPct val="100000"/>
              </a:lnSpc>
              <a:spcBef>
                <a:spcPts val="0"/>
              </a:spcBef>
              <a:spcAft>
                <a:spcPts val="0"/>
              </a:spcAft>
              <a:buClr>
                <a:srgbClr val="002060"/>
              </a:buClr>
              <a:buSzPts val="4800"/>
              <a:buFont typeface="Times"/>
              <a:buNone/>
            </a:pPr>
            <a:r>
              <a:rPr b="1" i="1" lang="en-US" sz="4800" u="none" cap="none" strike="noStrike">
                <a:solidFill>
                  <a:srgbClr val="002060"/>
                </a:solidFill>
                <a:latin typeface="Times"/>
                <a:ea typeface="Times"/>
                <a:cs typeface="Times"/>
                <a:sym typeface="Times"/>
              </a:rPr>
              <a:t>Transmission</a:t>
            </a:r>
            <a:endParaRPr/>
          </a:p>
        </p:txBody>
      </p:sp>
      <p:sp>
        <p:nvSpPr>
          <p:cNvPr id="85" name="Google Shape;85;p14"/>
          <p:cNvSpPr txBox="1"/>
          <p:nvPr/>
        </p:nvSpPr>
        <p:spPr>
          <a:xfrm>
            <a:off x="0" y="6604000"/>
            <a:ext cx="9144000" cy="254000"/>
          </a:xfrm>
          <a:prstGeom prst="rect">
            <a:avLst/>
          </a:prstGeom>
          <a:noFill/>
          <a:ln>
            <a:noFill/>
          </a:ln>
        </p:spPr>
        <p:txBody>
          <a:bodyPr anchorCtr="0" anchor="t" bIns="51400" lIns="102825" spcFirstLastPara="1" rIns="102825" wrap="square" tIns="514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The McGraw-Hill Companies, Inc. Permission required for reproduction or display.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2" name="Google Shape;92;p1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3" name="Google Shape;93;p1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4" name="Google Shape;94;p1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5" name="Google Shape;95;p1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6" name="Google Shape;96;p1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7" name="Google Shape;97;p1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8" name="Google Shape;98;p15"/>
          <p:cNvSpPr txBox="1"/>
          <p:nvPr/>
        </p:nvSpPr>
        <p:spPr>
          <a:xfrm>
            <a:off x="1066800" y="-76200"/>
            <a:ext cx="418623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Arial"/>
              <a:buNone/>
            </a:pPr>
            <a:r>
              <a:rPr b="1" i="0" lang="en-US" sz="3600" u="none">
                <a:solidFill>
                  <a:srgbClr val="FF0000"/>
                </a:solidFill>
                <a:latin typeface="Arial"/>
                <a:ea typeface="Arial"/>
                <a:cs typeface="Arial"/>
                <a:sym typeface="Arial"/>
              </a:rPr>
              <a:t>Chapter 5: Outline</a:t>
            </a:r>
            <a:endParaRPr/>
          </a:p>
        </p:txBody>
      </p:sp>
      <p:sp>
        <p:nvSpPr>
          <p:cNvPr id="99" name="Google Shape;99;p15"/>
          <p:cNvSpPr txBox="1"/>
          <p:nvPr/>
        </p:nvSpPr>
        <p:spPr>
          <a:xfrm>
            <a:off x="152400" y="1447800"/>
            <a:ext cx="8458200" cy="1143000"/>
          </a:xfrm>
          <a:prstGeom prst="rect">
            <a:avLst/>
          </a:prstGeom>
          <a:noFill/>
          <a:ln>
            <a:noFill/>
          </a:ln>
        </p:spPr>
        <p:txBody>
          <a:bodyPr anchorCtr="0" anchor="t" bIns="45700" lIns="91425" spcFirstLastPara="1" rIns="91425" wrap="square" tIns="45700">
            <a:noAutofit/>
          </a:bodyPr>
          <a:lstStyle/>
          <a:p>
            <a:pPr indent="0" lvl="0" marL="0" marR="0" rtl="0" algn="just">
              <a:lnSpc>
                <a:spcPct val="200000"/>
              </a:lnSpc>
              <a:spcBef>
                <a:spcPts val="0"/>
              </a:spcBef>
              <a:spcAft>
                <a:spcPts val="0"/>
              </a:spcAft>
              <a:buClr>
                <a:srgbClr val="C00000"/>
              </a:buClr>
              <a:buSzPts val="3200"/>
              <a:buFont typeface="Times"/>
              <a:buNone/>
            </a:pPr>
            <a:r>
              <a:rPr b="1" i="1" lang="en-US" sz="3200" u="none">
                <a:solidFill>
                  <a:srgbClr val="C00000"/>
                </a:solidFill>
                <a:latin typeface="Times"/>
                <a:ea typeface="Times"/>
                <a:cs typeface="Times"/>
                <a:sym typeface="Times"/>
              </a:rPr>
              <a:t>  5.1   </a:t>
            </a:r>
            <a:r>
              <a:rPr b="1" i="1" lang="en-US" sz="3200" u="none">
                <a:solidFill>
                  <a:srgbClr val="3366FF"/>
                </a:solidFill>
                <a:latin typeface="Times New Roman"/>
                <a:ea typeface="Times New Roman"/>
                <a:cs typeface="Times New Roman"/>
                <a:sym typeface="Times New Roman"/>
              </a:rPr>
              <a:t>DIGITAL-TO-ANALOG CONVERSION</a:t>
            </a:r>
            <a:endParaRPr/>
          </a:p>
        </p:txBody>
      </p:sp>
      <p:sp>
        <p:nvSpPr>
          <p:cNvPr id="100" name="Google Shape;100;p15"/>
          <p:cNvSpPr txBox="1"/>
          <p:nvPr/>
        </p:nvSpPr>
        <p:spPr>
          <a:xfrm>
            <a:off x="152400" y="2971800"/>
            <a:ext cx="8458200" cy="1143000"/>
          </a:xfrm>
          <a:prstGeom prst="rect">
            <a:avLst/>
          </a:prstGeom>
          <a:noFill/>
          <a:ln>
            <a:noFill/>
          </a:ln>
        </p:spPr>
        <p:txBody>
          <a:bodyPr anchorCtr="0" anchor="t" bIns="45700" lIns="91425" spcFirstLastPara="1" rIns="91425" wrap="square" tIns="45700">
            <a:noAutofit/>
          </a:bodyPr>
          <a:lstStyle/>
          <a:p>
            <a:pPr indent="0" lvl="0" marL="0" marR="0" rtl="0" algn="just">
              <a:lnSpc>
                <a:spcPct val="200000"/>
              </a:lnSpc>
              <a:spcBef>
                <a:spcPts val="0"/>
              </a:spcBef>
              <a:spcAft>
                <a:spcPts val="0"/>
              </a:spcAft>
              <a:buClr>
                <a:srgbClr val="C00000"/>
              </a:buClr>
              <a:buSzPts val="3200"/>
              <a:buFont typeface="Times"/>
              <a:buNone/>
            </a:pPr>
            <a:r>
              <a:rPr b="1" i="1" lang="en-US" sz="3200" u="none">
                <a:solidFill>
                  <a:srgbClr val="C00000"/>
                </a:solidFill>
                <a:latin typeface="Times"/>
                <a:ea typeface="Times"/>
                <a:cs typeface="Times"/>
                <a:sym typeface="Times"/>
              </a:rPr>
              <a:t>  5.2   </a:t>
            </a:r>
            <a:r>
              <a:rPr b="1" i="1" lang="en-US" sz="3200" u="none">
                <a:solidFill>
                  <a:srgbClr val="3366FF"/>
                </a:solidFill>
                <a:latin typeface="Times New Roman"/>
                <a:ea typeface="Times New Roman"/>
                <a:cs typeface="Times New Roman"/>
                <a:sym typeface="Times New Roman"/>
              </a:rPr>
              <a:t>ANALOG-TO-ANALOG CONVERSION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animEffect filter="fade" transition="in">
                                      <p:cBhvr>
                                        <p:cTn dur="500"/>
                                        <p:tgtEl>
                                          <p:spTgt spid="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animEffect filter="fade" transition="in">
                                      <p:cBhvr>
                                        <p:cTn dur="500"/>
                                        <p:tgtEl>
                                          <p:spTgt spid="10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107" name="Google Shape;107;p16"/>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08" name="Google Shape;108;p16"/>
          <p:cNvSpPr txBox="1"/>
          <p:nvPr/>
        </p:nvSpPr>
        <p:spPr>
          <a:xfrm>
            <a:off x="228600" y="406400"/>
            <a:ext cx="8334375" cy="1077912"/>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5-1   DIGITAL-TO-ANALOG CONVERSION</a:t>
            </a:r>
            <a:endParaRPr/>
          </a:p>
          <a:p>
            <a:pPr indent="0" lvl="0" marL="0" marR="0" rtl="0" algn="l">
              <a:lnSpc>
                <a:spcPct val="100000"/>
              </a:lnSpc>
              <a:spcBef>
                <a:spcPts val="0"/>
              </a:spcBef>
              <a:spcAft>
                <a:spcPts val="0"/>
              </a:spcAft>
              <a:buNone/>
            </a:pPr>
            <a:r>
              <a:t/>
            </a:r>
            <a:endParaRPr b="1" i="0" sz="3200" u="none" cap="none" strike="noStrike">
              <a:solidFill>
                <a:schemeClr val="dk1"/>
              </a:solidFill>
              <a:latin typeface="Times"/>
              <a:ea typeface="Times"/>
              <a:cs typeface="Times"/>
              <a:sym typeface="Times"/>
            </a:endParaRPr>
          </a:p>
        </p:txBody>
      </p:sp>
      <p:sp>
        <p:nvSpPr>
          <p:cNvPr id="109" name="Google Shape;109;p16"/>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0" name="Google Shape;110;p16"/>
          <p:cNvSpPr txBox="1"/>
          <p:nvPr/>
        </p:nvSpPr>
        <p:spPr>
          <a:xfrm>
            <a:off x="228600" y="1658937"/>
            <a:ext cx="8229600" cy="40322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a:buNone/>
            </a:pPr>
            <a:r>
              <a:rPr b="1" i="1" lang="en-US" sz="3200" u="none">
                <a:solidFill>
                  <a:schemeClr val="dk1"/>
                </a:solidFill>
                <a:latin typeface="Times"/>
                <a:ea typeface="Times"/>
                <a:cs typeface="Times"/>
                <a:sym typeface="Times"/>
              </a:rPr>
              <a:t>Digital-to-analog conversion is the process of changing one of the characteristics of an analog signal based on the information in digital data. Figure 5.1 shows the relationship between the digital information, the digital-to-analog modulating process, and the resultant analog signal.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117" name="Google Shape;117;p17"/>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  </a:t>
            </a:r>
            <a:r>
              <a:rPr b="1" i="1" lang="en-US" sz="2000" u="none">
                <a:solidFill>
                  <a:schemeClr val="dk1"/>
                </a:solidFill>
                <a:latin typeface="Times"/>
                <a:ea typeface="Times"/>
                <a:cs typeface="Times"/>
                <a:sym typeface="Times"/>
              </a:rPr>
              <a:t>Digital-to-analog conversion</a:t>
            </a:r>
            <a:endParaRPr/>
          </a:p>
        </p:txBody>
      </p:sp>
      <p:pic>
        <p:nvPicPr>
          <p:cNvPr id="118" name="Google Shape;118;p17"/>
          <p:cNvPicPr preferRelativeResize="0"/>
          <p:nvPr/>
        </p:nvPicPr>
        <p:blipFill rotWithShape="1">
          <a:blip r:embed="rId3">
            <a:alphaModFix/>
          </a:blip>
          <a:srcRect b="0" l="0" r="0" t="0"/>
          <a:stretch/>
        </p:blipFill>
        <p:spPr>
          <a:xfrm>
            <a:off x="1490662" y="2514600"/>
            <a:ext cx="5824537" cy="1811337"/>
          </a:xfrm>
          <a:prstGeom prst="rect">
            <a:avLst/>
          </a:prstGeom>
          <a:noFill/>
          <a:ln>
            <a:noFill/>
          </a:ln>
        </p:spPr>
      </p:pic>
      <p:pic>
        <p:nvPicPr>
          <p:cNvPr id="119" name="Google Shape;119;p17"/>
          <p:cNvPicPr preferRelativeResize="0"/>
          <p:nvPr/>
        </p:nvPicPr>
        <p:blipFill rotWithShape="1">
          <a:blip r:embed="rId4">
            <a:alphaModFix/>
          </a:blip>
          <a:srcRect b="0" l="0" r="0" t="0"/>
          <a:stretch/>
        </p:blipFill>
        <p:spPr>
          <a:xfrm>
            <a:off x="328612" y="2917825"/>
            <a:ext cx="1162050" cy="476250"/>
          </a:xfrm>
          <a:prstGeom prst="rect">
            <a:avLst/>
          </a:prstGeom>
          <a:noFill/>
          <a:ln>
            <a:noFill/>
          </a:ln>
        </p:spPr>
      </p:pic>
      <p:pic>
        <p:nvPicPr>
          <p:cNvPr id="120" name="Google Shape;120;p17"/>
          <p:cNvPicPr preferRelativeResize="0"/>
          <p:nvPr/>
        </p:nvPicPr>
        <p:blipFill rotWithShape="1">
          <a:blip r:embed="rId4">
            <a:alphaModFix/>
          </a:blip>
          <a:srcRect b="0" l="0" r="0" t="0"/>
          <a:stretch/>
        </p:blipFill>
        <p:spPr>
          <a:xfrm>
            <a:off x="7315200" y="3013075"/>
            <a:ext cx="1163637" cy="476250"/>
          </a:xfrm>
          <a:prstGeom prst="rect">
            <a:avLst/>
          </a:prstGeom>
          <a:noFill/>
          <a:ln>
            <a:noFill/>
          </a:ln>
        </p:spPr>
      </p:pic>
      <p:pic>
        <p:nvPicPr>
          <p:cNvPr id="121" name="Google Shape;121;p17"/>
          <p:cNvPicPr preferRelativeResize="0"/>
          <p:nvPr/>
        </p:nvPicPr>
        <p:blipFill rotWithShape="1">
          <a:blip r:embed="rId5">
            <a:alphaModFix/>
          </a:blip>
          <a:srcRect b="0" l="0" r="0" t="0"/>
          <a:stretch/>
        </p:blipFill>
        <p:spPr>
          <a:xfrm>
            <a:off x="3309937" y="2713037"/>
            <a:ext cx="2176462" cy="776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500"/>
                                        <p:tgtEl>
                                          <p:spTgt spid="121"/>
                                        </p:tgtEl>
                                        <p:attrNameLst>
                                          <p:attrName>ppt_w</p:attrName>
                                        </p:attrNameLst>
                                      </p:cBhvr>
                                      <p:tavLst>
                                        <p:tav fmla="" tm="0">
                                          <p:val>
                                            <p:strVal val="0"/>
                                          </p:val>
                                        </p:tav>
                                        <p:tav fmla="" tm="100000">
                                          <p:val>
                                            <p:strVal val="#ppt_w"/>
                                          </p:val>
                                        </p:tav>
                                      </p:tavLst>
                                    </p:anim>
                                    <p:anim calcmode="lin" valueType="num">
                                      <p:cBhvr additive="base">
                                        <p:cTn dur="500"/>
                                        <p:tgtEl>
                                          <p:spTgt spid="12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128" name="Google Shape;128;p18"/>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5.2:  </a:t>
            </a:r>
            <a:r>
              <a:rPr b="1" i="1" lang="en-US" sz="2000" u="none">
                <a:solidFill>
                  <a:schemeClr val="dk1"/>
                </a:solidFill>
                <a:latin typeface="Times"/>
                <a:ea typeface="Times"/>
                <a:cs typeface="Times"/>
                <a:sym typeface="Times"/>
              </a:rPr>
              <a:t>Types of digital to analog conversion</a:t>
            </a:r>
            <a:endParaRPr/>
          </a:p>
        </p:txBody>
      </p:sp>
      <p:pic>
        <p:nvPicPr>
          <p:cNvPr id="129" name="Google Shape;129;p18"/>
          <p:cNvPicPr preferRelativeResize="0"/>
          <p:nvPr/>
        </p:nvPicPr>
        <p:blipFill rotWithShape="1">
          <a:blip r:embed="rId3">
            <a:alphaModFix/>
          </a:blip>
          <a:srcRect b="0" l="0" r="0" t="0"/>
          <a:stretch/>
        </p:blipFill>
        <p:spPr>
          <a:xfrm>
            <a:off x="361950" y="1905000"/>
            <a:ext cx="8401050" cy="28876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136" name="Google Shape;136;p1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7" name="Google Shape;137;p1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8" name="Google Shape;138;p1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9" name="Google Shape;139;p1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40" name="Google Shape;140;p1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41" name="Google Shape;141;p1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42" name="Google Shape;142;p1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43" name="Google Shape;143;p19"/>
          <p:cNvSpPr txBox="1"/>
          <p:nvPr/>
        </p:nvSpPr>
        <p:spPr>
          <a:xfrm>
            <a:off x="1143000" y="0"/>
            <a:ext cx="55181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5.5.1  Aspects of Conversion</a:t>
            </a:r>
            <a:endParaRPr/>
          </a:p>
        </p:txBody>
      </p:sp>
      <p:sp>
        <p:nvSpPr>
          <p:cNvPr id="144" name="Google Shape;144;p19"/>
          <p:cNvSpPr txBox="1"/>
          <p:nvPr/>
        </p:nvSpPr>
        <p:spPr>
          <a:xfrm>
            <a:off x="381000" y="1293812"/>
            <a:ext cx="7924800" cy="1384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Before we discuss specific methods of digital-to-analog modulation, two basic issues must be reviewed: bit and baud rates and the carrier signal.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nvSpPr>
        <p:spPr>
          <a:xfrm>
            <a:off x="76200" y="696912"/>
            <a:ext cx="8839200" cy="9540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An analog signal carries 4 bits per signal element. If 1000 signal elements are sent per second, find the bit rate.</a:t>
            </a:r>
            <a:endParaRPr/>
          </a:p>
        </p:txBody>
      </p:sp>
      <p:grpSp>
        <p:nvGrpSpPr>
          <p:cNvPr id="151" name="Google Shape;151;p20"/>
          <p:cNvGrpSpPr/>
          <p:nvPr/>
        </p:nvGrpSpPr>
        <p:grpSpPr>
          <a:xfrm>
            <a:off x="0" y="0"/>
            <a:ext cx="9144000" cy="609600"/>
            <a:chOff x="0" y="2448"/>
            <a:chExt cx="5760" cy="384"/>
          </a:xfrm>
        </p:grpSpPr>
        <p:sp>
          <p:nvSpPr>
            <p:cNvPr id="152" name="Google Shape;152;p20"/>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53" name="Google Shape;153;p20"/>
            <p:cNvSpPr txBox="1"/>
            <p:nvPr/>
          </p:nvSpPr>
          <p:spPr>
            <a:xfrm>
              <a:off x="0" y="2448"/>
              <a:ext cx="1713" cy="368"/>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5.1</a:t>
              </a:r>
              <a:endParaRPr/>
            </a:p>
          </p:txBody>
        </p:sp>
      </p:grpSp>
      <p:sp>
        <p:nvSpPr>
          <p:cNvPr id="154" name="Google Shape;154;p20"/>
          <p:cNvSpPr txBox="1"/>
          <p:nvPr/>
        </p:nvSpPr>
        <p:spPr>
          <a:xfrm>
            <a:off x="28575" y="2057400"/>
            <a:ext cx="8839200" cy="138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In this case, r = 4, S = 1000, and N is unknown. We can find the value of N from</a:t>
            </a:r>
            <a:endParaRPr/>
          </a:p>
        </p:txBody>
      </p:sp>
      <p:pic>
        <p:nvPicPr>
          <p:cNvPr id="155" name="Google Shape;155;p20"/>
          <p:cNvPicPr preferRelativeResize="0"/>
          <p:nvPr/>
        </p:nvPicPr>
        <p:blipFill rotWithShape="1">
          <a:blip r:embed="rId3">
            <a:alphaModFix/>
          </a:blip>
          <a:srcRect b="0" l="0" r="0" t="0"/>
          <a:stretch/>
        </p:blipFill>
        <p:spPr>
          <a:xfrm>
            <a:off x="1219200" y="3838575"/>
            <a:ext cx="7110412" cy="581025"/>
          </a:xfrm>
          <a:prstGeom prst="rect">
            <a:avLst/>
          </a:prstGeom>
          <a:noFill/>
          <a:ln>
            <a:noFill/>
          </a:ln>
        </p:spPr>
      </p:pic>
      <p:sp>
        <p:nvSpPr>
          <p:cNvPr id="156" name="Google Shape;156;p2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1"/>
          <p:cNvSpPr txBox="1"/>
          <p:nvPr/>
        </p:nvSpPr>
        <p:spPr>
          <a:xfrm>
            <a:off x="76200" y="696912"/>
            <a:ext cx="8839200" cy="138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An analog signal has a bit rate of 8000 bps and a baud rate of 1000 baud. How many data elements are carried by each signal element? How many signal elements do we need?</a:t>
            </a:r>
            <a:endParaRPr/>
          </a:p>
        </p:txBody>
      </p:sp>
      <p:grpSp>
        <p:nvGrpSpPr>
          <p:cNvPr id="163" name="Google Shape;163;p21"/>
          <p:cNvGrpSpPr/>
          <p:nvPr/>
        </p:nvGrpSpPr>
        <p:grpSpPr>
          <a:xfrm>
            <a:off x="0" y="0"/>
            <a:ext cx="9144000" cy="609600"/>
            <a:chOff x="0" y="2448"/>
            <a:chExt cx="5760" cy="384"/>
          </a:xfrm>
        </p:grpSpPr>
        <p:sp>
          <p:nvSpPr>
            <p:cNvPr id="164" name="Google Shape;164;p21"/>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65" name="Google Shape;165;p21"/>
            <p:cNvSpPr txBox="1"/>
            <p:nvPr/>
          </p:nvSpPr>
          <p:spPr>
            <a:xfrm>
              <a:off x="0" y="2448"/>
              <a:ext cx="1713" cy="368"/>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5.2</a:t>
              </a:r>
              <a:endParaRPr/>
            </a:p>
          </p:txBody>
        </p:sp>
      </p:grpSp>
      <p:sp>
        <p:nvSpPr>
          <p:cNvPr id="166" name="Google Shape;166;p21"/>
          <p:cNvSpPr txBox="1"/>
          <p:nvPr/>
        </p:nvSpPr>
        <p:spPr>
          <a:xfrm>
            <a:off x="76200" y="2514600"/>
            <a:ext cx="8839200" cy="1816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In this example, S = 1000, N = 8000, and r and L are unknown. We first find the value of r and then the value of L.</a:t>
            </a:r>
            <a:endParaRPr/>
          </a:p>
        </p:txBody>
      </p:sp>
      <p:pic>
        <p:nvPicPr>
          <p:cNvPr id="167" name="Google Shape;167;p21"/>
          <p:cNvPicPr preferRelativeResize="0"/>
          <p:nvPr/>
        </p:nvPicPr>
        <p:blipFill rotWithShape="1">
          <a:blip r:embed="rId3">
            <a:alphaModFix/>
          </a:blip>
          <a:srcRect b="0" l="0" r="0" t="0"/>
          <a:stretch/>
        </p:blipFill>
        <p:spPr>
          <a:xfrm>
            <a:off x="1066800" y="4495800"/>
            <a:ext cx="7162800" cy="1066800"/>
          </a:xfrm>
          <a:prstGeom prst="rect">
            <a:avLst/>
          </a:prstGeom>
          <a:noFill/>
          <a:ln>
            <a:noFill/>
          </a:ln>
        </p:spPr>
      </p:pic>
      <p:sp>
        <p:nvSpPr>
          <p:cNvPr id="168" name="Google Shape;168;p2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175" name="Google Shape;175;p2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76" name="Google Shape;176;p2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77" name="Google Shape;177;p2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78" name="Google Shape;178;p2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79" name="Google Shape;179;p2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80" name="Google Shape;180;p2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81" name="Google Shape;181;p2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82" name="Google Shape;182;p22"/>
          <p:cNvSpPr txBox="1"/>
          <p:nvPr/>
        </p:nvSpPr>
        <p:spPr>
          <a:xfrm>
            <a:off x="1143000" y="0"/>
            <a:ext cx="57467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5.5.2  Amplitude Shift Keying</a:t>
            </a:r>
            <a:endParaRPr/>
          </a:p>
        </p:txBody>
      </p:sp>
      <p:sp>
        <p:nvSpPr>
          <p:cNvPr id="183" name="Google Shape;183;p22"/>
          <p:cNvSpPr txBox="1"/>
          <p:nvPr/>
        </p:nvSpPr>
        <p:spPr>
          <a:xfrm>
            <a:off x="381000" y="1293812"/>
            <a:ext cx="7924800" cy="1816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amplitude shift keying, the amplitude of the carrier signal is varied to create signal elements. Both frequency and phase remain constant while the amplitude changes.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190" name="Google Shape;190;p23"/>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5.3:  </a:t>
            </a:r>
            <a:r>
              <a:rPr b="1" i="1" lang="en-US" sz="2000" u="none">
                <a:solidFill>
                  <a:schemeClr val="dk1"/>
                </a:solidFill>
                <a:latin typeface="Times"/>
                <a:ea typeface="Times"/>
                <a:cs typeface="Times"/>
                <a:sym typeface="Times"/>
              </a:rPr>
              <a:t>Binary amplitude shift keying</a:t>
            </a:r>
            <a:endParaRPr/>
          </a:p>
        </p:txBody>
      </p:sp>
      <p:pic>
        <p:nvPicPr>
          <p:cNvPr id="191" name="Google Shape;191;p23"/>
          <p:cNvPicPr preferRelativeResize="0"/>
          <p:nvPr/>
        </p:nvPicPr>
        <p:blipFill rotWithShape="1">
          <a:blip r:embed="rId3">
            <a:alphaModFix/>
          </a:blip>
          <a:srcRect b="0" l="0" r="0" t="0"/>
          <a:stretch/>
        </p:blipFill>
        <p:spPr>
          <a:xfrm>
            <a:off x="1066800" y="838200"/>
            <a:ext cx="6670675" cy="2863850"/>
          </a:xfrm>
          <a:prstGeom prst="rect">
            <a:avLst/>
          </a:prstGeom>
          <a:noFill/>
          <a:ln>
            <a:noFill/>
          </a:ln>
        </p:spPr>
      </p:pic>
      <p:pic>
        <p:nvPicPr>
          <p:cNvPr id="192" name="Google Shape;192;p23"/>
          <p:cNvPicPr preferRelativeResize="0"/>
          <p:nvPr/>
        </p:nvPicPr>
        <p:blipFill rotWithShape="1">
          <a:blip r:embed="rId4">
            <a:alphaModFix/>
          </a:blip>
          <a:srcRect b="0" l="0" r="0" t="0"/>
          <a:stretch/>
        </p:blipFill>
        <p:spPr>
          <a:xfrm>
            <a:off x="3149600" y="4191000"/>
            <a:ext cx="2032000" cy="16303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822"/>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199" name="Google Shape;199;p24"/>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5.4:  </a:t>
            </a:r>
            <a:r>
              <a:rPr b="1" i="1" lang="en-US" sz="2000" u="none">
                <a:solidFill>
                  <a:schemeClr val="dk1"/>
                </a:solidFill>
                <a:latin typeface="Times"/>
                <a:ea typeface="Times"/>
                <a:cs typeface="Times"/>
                <a:sym typeface="Times"/>
              </a:rPr>
              <a:t>Implementation of binary ASK</a:t>
            </a:r>
            <a:endParaRPr/>
          </a:p>
        </p:txBody>
      </p:sp>
      <p:pic>
        <p:nvPicPr>
          <p:cNvPr id="200" name="Google Shape;200;p24"/>
          <p:cNvPicPr preferRelativeResize="0"/>
          <p:nvPr/>
        </p:nvPicPr>
        <p:blipFill rotWithShape="1">
          <a:blip r:embed="rId3">
            <a:alphaModFix/>
          </a:blip>
          <a:srcRect b="0" l="0" r="0" t="0"/>
          <a:stretch/>
        </p:blipFill>
        <p:spPr>
          <a:xfrm>
            <a:off x="431800" y="2713037"/>
            <a:ext cx="8255000" cy="23923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5"/>
          <p:cNvSpPr txBox="1"/>
          <p:nvPr/>
        </p:nvSpPr>
        <p:spPr>
          <a:xfrm>
            <a:off x="76200" y="696912"/>
            <a:ext cx="8839200" cy="138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We have an available bandwidth of 100 kHz which spans from 200 to 300 kHz. What are the carrier frequency and the bit rate if we modulated our data by using ASK with d = 1?</a:t>
            </a:r>
            <a:endParaRPr/>
          </a:p>
        </p:txBody>
      </p:sp>
      <p:grpSp>
        <p:nvGrpSpPr>
          <p:cNvPr id="207" name="Google Shape;207;p25"/>
          <p:cNvGrpSpPr/>
          <p:nvPr/>
        </p:nvGrpSpPr>
        <p:grpSpPr>
          <a:xfrm>
            <a:off x="0" y="0"/>
            <a:ext cx="9144000" cy="609600"/>
            <a:chOff x="0" y="2448"/>
            <a:chExt cx="5760" cy="384"/>
          </a:xfrm>
        </p:grpSpPr>
        <p:sp>
          <p:nvSpPr>
            <p:cNvPr id="208" name="Google Shape;208;p25"/>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09" name="Google Shape;209;p25"/>
            <p:cNvSpPr txBox="1"/>
            <p:nvPr/>
          </p:nvSpPr>
          <p:spPr>
            <a:xfrm>
              <a:off x="0" y="2448"/>
              <a:ext cx="1713" cy="368"/>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5.3</a:t>
              </a:r>
              <a:endParaRPr/>
            </a:p>
          </p:txBody>
        </p:sp>
      </p:grpSp>
      <p:sp>
        <p:nvSpPr>
          <p:cNvPr id="210" name="Google Shape;210;p25"/>
          <p:cNvSpPr txBox="1"/>
          <p:nvPr/>
        </p:nvSpPr>
        <p:spPr>
          <a:xfrm>
            <a:off x="76200" y="2362200"/>
            <a:ext cx="8839200" cy="22463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middle of the bandwidth is located at 250 kHz. This means that our carrier frequency can be at fc = 250 kHz. We can use the formula for bandwidth to find the bit rate (with d = 1 and r = 1).</a:t>
            </a:r>
            <a:endParaRPr/>
          </a:p>
        </p:txBody>
      </p:sp>
      <p:pic>
        <p:nvPicPr>
          <p:cNvPr id="211" name="Google Shape;211;p25"/>
          <p:cNvPicPr preferRelativeResize="0"/>
          <p:nvPr/>
        </p:nvPicPr>
        <p:blipFill rotWithShape="1">
          <a:blip r:embed="rId3">
            <a:alphaModFix/>
          </a:blip>
          <a:srcRect b="0" l="0" r="0" t="0"/>
          <a:stretch/>
        </p:blipFill>
        <p:spPr>
          <a:xfrm>
            <a:off x="1101725" y="4953000"/>
            <a:ext cx="7204075" cy="415925"/>
          </a:xfrm>
          <a:prstGeom prst="rect">
            <a:avLst/>
          </a:prstGeom>
          <a:noFill/>
          <a:ln>
            <a:noFill/>
          </a:ln>
        </p:spPr>
      </p:pic>
      <p:sp>
        <p:nvSpPr>
          <p:cNvPr id="212" name="Google Shape;212;p2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6"/>
          <p:cNvSpPr txBox="1"/>
          <p:nvPr/>
        </p:nvSpPr>
        <p:spPr>
          <a:xfrm>
            <a:off x="76200" y="696912"/>
            <a:ext cx="8839200" cy="3108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In data communications, we normally use full-duplex links with communication in both directions. We need to divide the bandwidth into two with two carrier frequencies, as shown in Figure 5.5. The figure shows the positions of two carrier frequencies and the bandwidths. The available bandwidth for each direction is now 50 kHz, which leaves us with a data rate of 25 kbps in each direction.</a:t>
            </a:r>
            <a:endParaRPr/>
          </a:p>
        </p:txBody>
      </p:sp>
      <p:grpSp>
        <p:nvGrpSpPr>
          <p:cNvPr id="219" name="Google Shape;219;p26"/>
          <p:cNvGrpSpPr/>
          <p:nvPr/>
        </p:nvGrpSpPr>
        <p:grpSpPr>
          <a:xfrm>
            <a:off x="0" y="0"/>
            <a:ext cx="9144000" cy="609600"/>
            <a:chOff x="0" y="2448"/>
            <a:chExt cx="5760" cy="384"/>
          </a:xfrm>
        </p:grpSpPr>
        <p:sp>
          <p:nvSpPr>
            <p:cNvPr id="220" name="Google Shape;220;p26"/>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21" name="Google Shape;221;p26"/>
            <p:cNvSpPr txBox="1"/>
            <p:nvPr/>
          </p:nvSpPr>
          <p:spPr>
            <a:xfrm>
              <a:off x="0" y="2448"/>
              <a:ext cx="1713" cy="368"/>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5.4</a:t>
              </a:r>
              <a:endParaRPr/>
            </a:p>
          </p:txBody>
        </p:sp>
      </p:grpSp>
      <p:sp>
        <p:nvSpPr>
          <p:cNvPr id="222" name="Google Shape;222;p2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229" name="Google Shape;229;p27"/>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5.5:  </a:t>
            </a:r>
            <a:r>
              <a:rPr b="1" i="1" lang="en-US" sz="2000" u="none">
                <a:solidFill>
                  <a:schemeClr val="dk1"/>
                </a:solidFill>
                <a:latin typeface="Times"/>
                <a:ea typeface="Times"/>
                <a:cs typeface="Times"/>
                <a:sym typeface="Times"/>
              </a:rPr>
              <a:t>Bandwidth of a full-duplex ASK in Example 5.4</a:t>
            </a:r>
            <a:endParaRPr/>
          </a:p>
        </p:txBody>
      </p:sp>
      <p:pic>
        <p:nvPicPr>
          <p:cNvPr id="230" name="Google Shape;230;p27"/>
          <p:cNvPicPr preferRelativeResize="0"/>
          <p:nvPr/>
        </p:nvPicPr>
        <p:blipFill rotWithShape="1">
          <a:blip r:embed="rId3">
            <a:alphaModFix/>
          </a:blip>
          <a:srcRect b="0" l="0" r="0" t="0"/>
          <a:stretch/>
        </p:blipFill>
        <p:spPr>
          <a:xfrm>
            <a:off x="1958975" y="2751137"/>
            <a:ext cx="4899025" cy="16684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20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237" name="Google Shape;237;p2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38" name="Google Shape;238;p2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39" name="Google Shape;239;p2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40" name="Google Shape;240;p2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41" name="Google Shape;241;p2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42" name="Google Shape;242;p2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43" name="Google Shape;243;p2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44" name="Google Shape;244;p28"/>
          <p:cNvSpPr txBox="1"/>
          <p:nvPr/>
        </p:nvSpPr>
        <p:spPr>
          <a:xfrm>
            <a:off x="1143000" y="0"/>
            <a:ext cx="58229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5.5.3  Frequency Shift Keying</a:t>
            </a:r>
            <a:endParaRPr/>
          </a:p>
        </p:txBody>
      </p:sp>
      <p:sp>
        <p:nvSpPr>
          <p:cNvPr id="245" name="Google Shape;245;p28"/>
          <p:cNvSpPr txBox="1"/>
          <p:nvPr/>
        </p:nvSpPr>
        <p:spPr>
          <a:xfrm>
            <a:off x="381000" y="1293812"/>
            <a:ext cx="7924800" cy="30813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frequency shift keying, the frequency of the carrier signal is varied to represent data. The frequency of the modulated signal is constant for the duration of one signal element, but changes for the next signal element if the data element changes. Both peak amplitude and phase remain constant for all signal elements.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252" name="Google Shape;252;p29"/>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5.6:  </a:t>
            </a:r>
            <a:r>
              <a:rPr b="1" i="1" lang="en-US" sz="2000" u="none">
                <a:solidFill>
                  <a:schemeClr val="dk1"/>
                </a:solidFill>
                <a:latin typeface="Times"/>
                <a:ea typeface="Times"/>
                <a:cs typeface="Times"/>
                <a:sym typeface="Times"/>
              </a:rPr>
              <a:t>Binary frequency shift keying</a:t>
            </a:r>
            <a:endParaRPr/>
          </a:p>
        </p:txBody>
      </p:sp>
      <p:pic>
        <p:nvPicPr>
          <p:cNvPr id="253" name="Google Shape;253;p29"/>
          <p:cNvPicPr preferRelativeResize="0"/>
          <p:nvPr/>
        </p:nvPicPr>
        <p:blipFill rotWithShape="1">
          <a:blip r:embed="rId3">
            <a:alphaModFix/>
          </a:blip>
          <a:srcRect b="0" l="0" r="0" t="0"/>
          <a:stretch/>
        </p:blipFill>
        <p:spPr>
          <a:xfrm>
            <a:off x="1052512" y="838200"/>
            <a:ext cx="6186487" cy="2863850"/>
          </a:xfrm>
          <a:prstGeom prst="rect">
            <a:avLst/>
          </a:prstGeom>
          <a:noFill/>
          <a:ln>
            <a:noFill/>
          </a:ln>
        </p:spPr>
      </p:pic>
      <p:pic>
        <p:nvPicPr>
          <p:cNvPr id="254" name="Google Shape;254;p29"/>
          <p:cNvPicPr preferRelativeResize="0"/>
          <p:nvPr/>
        </p:nvPicPr>
        <p:blipFill rotWithShape="1">
          <a:blip r:embed="rId4">
            <a:alphaModFix/>
          </a:blip>
          <a:srcRect b="0" l="0" r="0" t="0"/>
          <a:stretch/>
        </p:blipFill>
        <p:spPr>
          <a:xfrm>
            <a:off x="3048000" y="4160837"/>
            <a:ext cx="2271712" cy="20875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822"/>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0"/>
          <p:cNvSpPr txBox="1"/>
          <p:nvPr/>
        </p:nvSpPr>
        <p:spPr>
          <a:xfrm>
            <a:off x="76200" y="696912"/>
            <a:ext cx="88392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We have an available bandwidth of 100 kHz which spans from 200 to 300 kHz. What should be the carrier frequency and the bit rate if we modulated our data by using FSK with d = 1?</a:t>
            </a:r>
            <a:endParaRPr/>
          </a:p>
        </p:txBody>
      </p:sp>
      <p:grpSp>
        <p:nvGrpSpPr>
          <p:cNvPr id="261" name="Google Shape;261;p30"/>
          <p:cNvGrpSpPr/>
          <p:nvPr/>
        </p:nvGrpSpPr>
        <p:grpSpPr>
          <a:xfrm>
            <a:off x="-17462" y="0"/>
            <a:ext cx="9161462" cy="609600"/>
            <a:chOff x="-11" y="2448"/>
            <a:chExt cx="5771" cy="384"/>
          </a:xfrm>
        </p:grpSpPr>
        <p:sp>
          <p:nvSpPr>
            <p:cNvPr id="262" name="Google Shape;262;p30"/>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63" name="Google Shape;263;p30"/>
            <p:cNvSpPr txBox="1"/>
            <p:nvPr/>
          </p:nvSpPr>
          <p:spPr>
            <a:xfrm>
              <a:off x="-11" y="2456"/>
              <a:ext cx="1703" cy="371"/>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5.5</a:t>
              </a:r>
              <a:endParaRPr/>
            </a:p>
          </p:txBody>
        </p:sp>
      </p:grpSp>
      <p:sp>
        <p:nvSpPr>
          <p:cNvPr id="264" name="Google Shape;264;p30"/>
          <p:cNvSpPr txBox="1"/>
          <p:nvPr/>
        </p:nvSpPr>
        <p:spPr>
          <a:xfrm>
            <a:off x="76200" y="2895600"/>
            <a:ext cx="88392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This problem is similar to Example 5.3, but we are modulating by using FSK. The midpoint of the band is at 250 kHz. We choose 2Δf to be 50 kHz; this means</a:t>
            </a:r>
            <a:endParaRPr/>
          </a:p>
        </p:txBody>
      </p:sp>
      <p:pic>
        <p:nvPicPr>
          <p:cNvPr id="265" name="Google Shape;265;p30"/>
          <p:cNvPicPr preferRelativeResize="0"/>
          <p:nvPr/>
        </p:nvPicPr>
        <p:blipFill rotWithShape="1">
          <a:blip r:embed="rId3">
            <a:alphaModFix/>
          </a:blip>
          <a:srcRect b="0" l="0" r="0" t="0"/>
          <a:stretch/>
        </p:blipFill>
        <p:spPr>
          <a:xfrm>
            <a:off x="293687" y="5037137"/>
            <a:ext cx="8545512" cy="449262"/>
          </a:xfrm>
          <a:prstGeom prst="rect">
            <a:avLst/>
          </a:prstGeom>
          <a:noFill/>
          <a:ln>
            <a:noFill/>
          </a:ln>
        </p:spPr>
      </p:pic>
      <p:sp>
        <p:nvSpPr>
          <p:cNvPr id="266" name="Google Shape;266;p3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273" name="Google Shape;273;p31"/>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5.7:  </a:t>
            </a:r>
            <a:r>
              <a:rPr b="1" i="1" lang="en-US" sz="2000" u="none">
                <a:solidFill>
                  <a:schemeClr val="dk1"/>
                </a:solidFill>
                <a:latin typeface="Times"/>
                <a:ea typeface="Times"/>
                <a:cs typeface="Times"/>
                <a:sym typeface="Times"/>
              </a:rPr>
              <a:t>Implementation of BFSK</a:t>
            </a:r>
            <a:endParaRPr/>
          </a:p>
        </p:txBody>
      </p:sp>
      <p:pic>
        <p:nvPicPr>
          <p:cNvPr id="274" name="Google Shape;274;p31"/>
          <p:cNvPicPr preferRelativeResize="0"/>
          <p:nvPr/>
        </p:nvPicPr>
        <p:blipFill rotWithShape="1">
          <a:blip r:embed="rId3">
            <a:alphaModFix/>
          </a:blip>
          <a:srcRect b="0" l="0" r="0" t="0"/>
          <a:stretch/>
        </p:blipFill>
        <p:spPr>
          <a:xfrm>
            <a:off x="384175" y="2506662"/>
            <a:ext cx="8226425" cy="24463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nvSpPr>
        <p:spPr>
          <a:xfrm>
            <a:off x="76200" y="696912"/>
            <a:ext cx="88392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We need to send data 3 bits at a time at a bit rate of 3 Mbps. The carrier frequency is 10 MHz. Calculate the number of levels (different frequencies), the baud rate, and the bandwidth.</a:t>
            </a:r>
            <a:endParaRPr/>
          </a:p>
        </p:txBody>
      </p:sp>
      <p:grpSp>
        <p:nvGrpSpPr>
          <p:cNvPr id="281" name="Google Shape;281;p32"/>
          <p:cNvGrpSpPr/>
          <p:nvPr/>
        </p:nvGrpSpPr>
        <p:grpSpPr>
          <a:xfrm>
            <a:off x="0" y="0"/>
            <a:ext cx="9144000" cy="609600"/>
            <a:chOff x="0" y="2448"/>
            <a:chExt cx="5760" cy="384"/>
          </a:xfrm>
        </p:grpSpPr>
        <p:sp>
          <p:nvSpPr>
            <p:cNvPr id="282" name="Google Shape;282;p32"/>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83" name="Google Shape;283;p32"/>
            <p:cNvSpPr txBox="1"/>
            <p:nvPr/>
          </p:nvSpPr>
          <p:spPr>
            <a:xfrm>
              <a:off x="0" y="2448"/>
              <a:ext cx="1703" cy="371"/>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5.6</a:t>
              </a:r>
              <a:endParaRPr/>
            </a:p>
          </p:txBody>
        </p:sp>
      </p:grpSp>
      <p:sp>
        <p:nvSpPr>
          <p:cNvPr id="284" name="Google Shape;284;p32"/>
          <p:cNvSpPr txBox="1"/>
          <p:nvPr/>
        </p:nvSpPr>
        <p:spPr>
          <a:xfrm>
            <a:off x="76200" y="3048000"/>
            <a:ext cx="8839200" cy="26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We can have L = 2</a:t>
            </a:r>
            <a:r>
              <a:rPr b="0" baseline="30000" i="0" lang="en-US" sz="2800" u="none">
                <a:solidFill>
                  <a:schemeClr val="dk1"/>
                </a:solidFill>
                <a:latin typeface="Times New Roman"/>
                <a:ea typeface="Times New Roman"/>
                <a:cs typeface="Times New Roman"/>
                <a:sym typeface="Times New Roman"/>
              </a:rPr>
              <a:t>3</a:t>
            </a:r>
            <a:r>
              <a:rPr b="0" i="0" lang="en-US" sz="2800" u="none">
                <a:solidFill>
                  <a:schemeClr val="dk1"/>
                </a:solidFill>
                <a:latin typeface="Times New Roman"/>
                <a:ea typeface="Times New Roman"/>
                <a:cs typeface="Times New Roman"/>
                <a:sym typeface="Times New Roman"/>
              </a:rPr>
              <a:t> = 8. The baud rate is S = 3 MHz/3 = 1 Mbaud. This means that the carrier frequencies must be 1 MHz apart (2Δf = 1 MHz). The bandwidth is B = 8 × 1 = 8 MHz. Figure 5.8 shows the allocation of frequencies and bandwidth.</a:t>
            </a:r>
            <a:endParaRPr/>
          </a:p>
        </p:txBody>
      </p:sp>
      <p:sp>
        <p:nvSpPr>
          <p:cNvPr id="285" name="Google Shape;285;p3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292" name="Google Shape;292;p33"/>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5.8:  </a:t>
            </a:r>
            <a:r>
              <a:rPr b="1" i="1" lang="en-US" sz="2000" u="none">
                <a:solidFill>
                  <a:schemeClr val="dk1"/>
                </a:solidFill>
                <a:latin typeface="Times"/>
                <a:ea typeface="Times"/>
                <a:cs typeface="Times"/>
                <a:sym typeface="Times"/>
              </a:rPr>
              <a:t>Bandwidth of MFSK used in Example 5.6</a:t>
            </a:r>
            <a:endParaRPr/>
          </a:p>
        </p:txBody>
      </p:sp>
      <p:pic>
        <p:nvPicPr>
          <p:cNvPr id="293" name="Google Shape;293;p33"/>
          <p:cNvPicPr preferRelativeResize="0"/>
          <p:nvPr/>
        </p:nvPicPr>
        <p:blipFill rotWithShape="1">
          <a:blip r:embed="rId3">
            <a:alphaModFix/>
          </a:blip>
          <a:srcRect b="0" l="0" r="0" t="0"/>
          <a:stretch/>
        </p:blipFill>
        <p:spPr>
          <a:xfrm>
            <a:off x="533400" y="2876550"/>
            <a:ext cx="7742237" cy="1847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500"/>
                                        <p:tgtEl>
                                          <p:spTgt spid="293"/>
                                        </p:tgtEl>
                                        <p:attrNameLst>
                                          <p:attrName>ppt_w</p:attrName>
                                        </p:attrNameLst>
                                      </p:cBhvr>
                                      <p:tavLst>
                                        <p:tav fmla="" tm="0">
                                          <p:val>
                                            <p:strVal val="0"/>
                                          </p:val>
                                        </p:tav>
                                        <p:tav fmla="" tm="100000">
                                          <p:val>
                                            <p:strVal val="#ppt_w"/>
                                          </p:val>
                                        </p:tav>
                                      </p:tavLst>
                                    </p:anim>
                                    <p:anim calcmode="lin" valueType="num">
                                      <p:cBhvr additive="base">
                                        <p:cTn dur="500"/>
                                        <p:tgtEl>
                                          <p:spTgt spid="29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00" name="Google Shape;300;p3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1" name="Google Shape;301;p3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2" name="Google Shape;302;p3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3" name="Google Shape;303;p3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4" name="Google Shape;304;p3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5" name="Google Shape;305;p3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6" name="Google Shape;306;p3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7" name="Google Shape;307;p34"/>
          <p:cNvSpPr txBox="1"/>
          <p:nvPr/>
        </p:nvSpPr>
        <p:spPr>
          <a:xfrm>
            <a:off x="1143000" y="0"/>
            <a:ext cx="49339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5.5.4  Phase Shift Keying</a:t>
            </a:r>
            <a:endParaRPr/>
          </a:p>
        </p:txBody>
      </p:sp>
      <p:sp>
        <p:nvSpPr>
          <p:cNvPr id="308" name="Google Shape;308;p34"/>
          <p:cNvSpPr txBox="1"/>
          <p:nvPr/>
        </p:nvSpPr>
        <p:spPr>
          <a:xfrm>
            <a:off x="381000" y="1293812"/>
            <a:ext cx="7924800" cy="35083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phase shift keying, the phase of the carrier is varied to represent two or more different signal elements. Both peak amplitude and frequency remain constant as the phase changes. Today, PSK is more common than ASK or FSK. However, we will see shortly that QAM, which combines ASK and PSK, is the dominant method of digital-to-analog modulation.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15" name="Google Shape;315;p35"/>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5.9:  </a:t>
            </a:r>
            <a:r>
              <a:rPr b="1" i="1" lang="en-US" sz="2000" u="none">
                <a:solidFill>
                  <a:schemeClr val="dk1"/>
                </a:solidFill>
                <a:latin typeface="Times"/>
                <a:ea typeface="Times"/>
                <a:cs typeface="Times"/>
                <a:sym typeface="Times"/>
              </a:rPr>
              <a:t>Binary phase shift keying</a:t>
            </a:r>
            <a:endParaRPr/>
          </a:p>
        </p:txBody>
      </p:sp>
      <p:pic>
        <p:nvPicPr>
          <p:cNvPr id="316" name="Google Shape;316;p35"/>
          <p:cNvPicPr preferRelativeResize="0"/>
          <p:nvPr/>
        </p:nvPicPr>
        <p:blipFill rotWithShape="1">
          <a:blip r:embed="rId3">
            <a:alphaModFix/>
          </a:blip>
          <a:srcRect b="0" l="0" r="0" t="0"/>
          <a:stretch/>
        </p:blipFill>
        <p:spPr>
          <a:xfrm>
            <a:off x="1371600" y="914400"/>
            <a:ext cx="6003925" cy="2578100"/>
          </a:xfrm>
          <a:prstGeom prst="rect">
            <a:avLst/>
          </a:prstGeom>
          <a:noFill/>
          <a:ln>
            <a:noFill/>
          </a:ln>
        </p:spPr>
      </p:pic>
      <p:pic>
        <p:nvPicPr>
          <p:cNvPr id="317" name="Google Shape;317;p35"/>
          <p:cNvPicPr preferRelativeResize="0"/>
          <p:nvPr/>
        </p:nvPicPr>
        <p:blipFill rotWithShape="1">
          <a:blip r:embed="rId4">
            <a:alphaModFix/>
          </a:blip>
          <a:srcRect b="0" l="0" r="0" t="0"/>
          <a:stretch/>
        </p:blipFill>
        <p:spPr>
          <a:xfrm>
            <a:off x="3008312" y="4038600"/>
            <a:ext cx="2092325" cy="15319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822"/>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24" name="Google Shape;324;p36"/>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5.10:  </a:t>
            </a:r>
            <a:r>
              <a:rPr b="1" i="1" lang="en-US" sz="2000" u="none">
                <a:solidFill>
                  <a:schemeClr val="dk1"/>
                </a:solidFill>
                <a:latin typeface="Times"/>
                <a:ea typeface="Times"/>
                <a:cs typeface="Times"/>
                <a:sym typeface="Times"/>
              </a:rPr>
              <a:t>Implementation of BPSK</a:t>
            </a:r>
            <a:endParaRPr/>
          </a:p>
        </p:txBody>
      </p:sp>
      <p:pic>
        <p:nvPicPr>
          <p:cNvPr id="325" name="Google Shape;325;p36"/>
          <p:cNvPicPr preferRelativeResize="0"/>
          <p:nvPr/>
        </p:nvPicPr>
        <p:blipFill rotWithShape="1">
          <a:blip r:embed="rId3">
            <a:alphaModFix/>
          </a:blip>
          <a:srcRect b="0" l="0" r="0" t="0"/>
          <a:stretch/>
        </p:blipFill>
        <p:spPr>
          <a:xfrm>
            <a:off x="530225" y="2463800"/>
            <a:ext cx="8080375" cy="256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500"/>
                                        <p:tgtEl>
                                          <p:spTgt spid="325"/>
                                        </p:tgtEl>
                                        <p:attrNameLst>
                                          <p:attrName>ppt_w</p:attrName>
                                        </p:attrNameLst>
                                      </p:cBhvr>
                                      <p:tavLst>
                                        <p:tav fmla="" tm="0">
                                          <p:val>
                                            <p:strVal val="0"/>
                                          </p:val>
                                        </p:tav>
                                        <p:tav fmla="" tm="100000">
                                          <p:val>
                                            <p:strVal val="#ppt_w"/>
                                          </p:val>
                                        </p:tav>
                                      </p:tavLst>
                                    </p:anim>
                                    <p:anim calcmode="lin" valueType="num">
                                      <p:cBhvr additive="base">
                                        <p:cTn dur="500"/>
                                        <p:tgtEl>
                                          <p:spTgt spid="32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32" name="Google Shape;332;p37"/>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5.11:  </a:t>
            </a:r>
            <a:r>
              <a:rPr b="1" i="1" lang="en-US" sz="2000" u="none">
                <a:solidFill>
                  <a:schemeClr val="dk1"/>
                </a:solidFill>
                <a:latin typeface="Times"/>
                <a:ea typeface="Times"/>
                <a:cs typeface="Times"/>
                <a:sym typeface="Times"/>
              </a:rPr>
              <a:t>QPSK and its implementation</a:t>
            </a:r>
            <a:endParaRPr/>
          </a:p>
        </p:txBody>
      </p:sp>
      <p:pic>
        <p:nvPicPr>
          <p:cNvPr id="333" name="Google Shape;333;p37"/>
          <p:cNvPicPr preferRelativeResize="0"/>
          <p:nvPr/>
        </p:nvPicPr>
        <p:blipFill rotWithShape="1">
          <a:blip r:embed="rId3">
            <a:alphaModFix/>
          </a:blip>
          <a:srcRect b="0" l="0" r="0" t="0"/>
          <a:stretch/>
        </p:blipFill>
        <p:spPr>
          <a:xfrm>
            <a:off x="974725" y="1143000"/>
            <a:ext cx="7258050" cy="491331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8"/>
          <p:cNvSpPr txBox="1"/>
          <p:nvPr/>
        </p:nvSpPr>
        <p:spPr>
          <a:xfrm>
            <a:off x="76200" y="696912"/>
            <a:ext cx="88392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Find the bandwidth for a signal transmitting at 12 Mbps for QPSK. The value of d = 0.</a:t>
            </a:r>
            <a:endParaRPr/>
          </a:p>
        </p:txBody>
      </p:sp>
      <p:grpSp>
        <p:nvGrpSpPr>
          <p:cNvPr id="340" name="Google Shape;340;p38"/>
          <p:cNvGrpSpPr/>
          <p:nvPr/>
        </p:nvGrpSpPr>
        <p:grpSpPr>
          <a:xfrm>
            <a:off x="0" y="0"/>
            <a:ext cx="9144000" cy="609600"/>
            <a:chOff x="0" y="2448"/>
            <a:chExt cx="5760" cy="384"/>
          </a:xfrm>
        </p:grpSpPr>
        <p:sp>
          <p:nvSpPr>
            <p:cNvPr id="341" name="Google Shape;341;p38"/>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42" name="Google Shape;342;p38"/>
            <p:cNvSpPr txBox="1"/>
            <p:nvPr/>
          </p:nvSpPr>
          <p:spPr>
            <a:xfrm>
              <a:off x="0" y="2448"/>
              <a:ext cx="1703" cy="371"/>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5.7</a:t>
              </a:r>
              <a:endParaRPr/>
            </a:p>
          </p:txBody>
        </p:sp>
      </p:grpSp>
      <p:sp>
        <p:nvSpPr>
          <p:cNvPr id="343" name="Google Shape;343;p38"/>
          <p:cNvSpPr txBox="1"/>
          <p:nvPr/>
        </p:nvSpPr>
        <p:spPr>
          <a:xfrm>
            <a:off x="76200" y="3544887"/>
            <a:ext cx="8839200" cy="22272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For QPSK, 2 bits are carried by one signal element. This means that r = 2. So the signal rate (baud rate) is S = N × (1/r) = 6 Mbaud. With a value of d = 0, we have B = S = 6 MHz.</a:t>
            </a:r>
            <a:endParaRPr/>
          </a:p>
        </p:txBody>
      </p:sp>
      <p:sp>
        <p:nvSpPr>
          <p:cNvPr id="344" name="Google Shape;344;p3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51" name="Google Shape;351;p39"/>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5.12:  </a:t>
            </a:r>
            <a:r>
              <a:rPr b="1" i="1" lang="en-US" sz="2000" u="none">
                <a:solidFill>
                  <a:schemeClr val="dk1"/>
                </a:solidFill>
                <a:latin typeface="Times"/>
                <a:ea typeface="Times"/>
                <a:cs typeface="Times"/>
                <a:sym typeface="Times"/>
              </a:rPr>
              <a:t>Concept of a constellation diagram</a:t>
            </a:r>
            <a:endParaRPr/>
          </a:p>
        </p:txBody>
      </p:sp>
      <p:pic>
        <p:nvPicPr>
          <p:cNvPr id="352" name="Google Shape;352;p39"/>
          <p:cNvPicPr preferRelativeResize="0"/>
          <p:nvPr/>
        </p:nvPicPr>
        <p:blipFill rotWithShape="1">
          <a:blip r:embed="rId3">
            <a:alphaModFix/>
          </a:blip>
          <a:srcRect b="0" l="0" r="0" t="0"/>
          <a:stretch/>
        </p:blipFill>
        <p:spPr>
          <a:xfrm>
            <a:off x="2944812" y="857250"/>
            <a:ext cx="2770187" cy="3419475"/>
          </a:xfrm>
          <a:prstGeom prst="rect">
            <a:avLst/>
          </a:prstGeom>
          <a:noFill/>
          <a:ln>
            <a:noFill/>
          </a:ln>
        </p:spPr>
      </p:pic>
      <p:pic>
        <p:nvPicPr>
          <p:cNvPr id="353" name="Google Shape;353;p39"/>
          <p:cNvPicPr preferRelativeResize="0"/>
          <p:nvPr/>
        </p:nvPicPr>
        <p:blipFill rotWithShape="1">
          <a:blip r:embed="rId4">
            <a:alphaModFix/>
          </a:blip>
          <a:srcRect b="0" l="0" r="0" t="0"/>
          <a:stretch/>
        </p:blipFill>
        <p:spPr>
          <a:xfrm>
            <a:off x="1828800" y="4724400"/>
            <a:ext cx="5287962" cy="14493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0"/>
          <p:cNvSpPr txBox="1"/>
          <p:nvPr/>
        </p:nvSpPr>
        <p:spPr>
          <a:xfrm>
            <a:off x="76200" y="696912"/>
            <a:ext cx="88392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Show the constellation diagrams for ASK (OOK), BPSK, and QPSK signals.</a:t>
            </a:r>
            <a:endParaRPr/>
          </a:p>
        </p:txBody>
      </p:sp>
      <p:grpSp>
        <p:nvGrpSpPr>
          <p:cNvPr id="360" name="Google Shape;360;p40"/>
          <p:cNvGrpSpPr/>
          <p:nvPr/>
        </p:nvGrpSpPr>
        <p:grpSpPr>
          <a:xfrm>
            <a:off x="0" y="0"/>
            <a:ext cx="9144000" cy="609600"/>
            <a:chOff x="0" y="2448"/>
            <a:chExt cx="5760" cy="384"/>
          </a:xfrm>
        </p:grpSpPr>
        <p:sp>
          <p:nvSpPr>
            <p:cNvPr id="361" name="Google Shape;361;p40"/>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62" name="Google Shape;362;p40"/>
            <p:cNvSpPr txBox="1"/>
            <p:nvPr/>
          </p:nvSpPr>
          <p:spPr>
            <a:xfrm>
              <a:off x="0" y="2448"/>
              <a:ext cx="1703" cy="371"/>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5.8</a:t>
              </a:r>
              <a:endParaRPr/>
            </a:p>
          </p:txBody>
        </p:sp>
      </p:grpSp>
      <p:sp>
        <p:nvSpPr>
          <p:cNvPr id="363" name="Google Shape;363;p40"/>
          <p:cNvSpPr txBox="1"/>
          <p:nvPr/>
        </p:nvSpPr>
        <p:spPr>
          <a:xfrm>
            <a:off x="76200" y="3544887"/>
            <a:ext cx="88392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Figure 5.13 shows the three constellation diagrams. Let us analyze each case separately:</a:t>
            </a:r>
            <a:endParaRPr/>
          </a:p>
        </p:txBody>
      </p:sp>
      <p:sp>
        <p:nvSpPr>
          <p:cNvPr id="364" name="Google Shape;364;p4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71" name="Google Shape;371;p41"/>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5.13:  </a:t>
            </a:r>
            <a:r>
              <a:rPr b="1" i="1" lang="en-US" sz="2000" u="none">
                <a:solidFill>
                  <a:schemeClr val="dk1"/>
                </a:solidFill>
                <a:latin typeface="Times"/>
                <a:ea typeface="Times"/>
                <a:cs typeface="Times"/>
                <a:sym typeface="Times"/>
              </a:rPr>
              <a:t>Three constellation diagrams </a:t>
            </a:r>
            <a:endParaRPr/>
          </a:p>
        </p:txBody>
      </p:sp>
      <p:pic>
        <p:nvPicPr>
          <p:cNvPr id="372" name="Google Shape;372;p41"/>
          <p:cNvPicPr preferRelativeResize="0"/>
          <p:nvPr/>
        </p:nvPicPr>
        <p:blipFill rotWithShape="1">
          <a:blip r:embed="rId3">
            <a:alphaModFix/>
          </a:blip>
          <a:srcRect b="0" l="0" r="0" t="0"/>
          <a:stretch/>
        </p:blipFill>
        <p:spPr>
          <a:xfrm>
            <a:off x="474662" y="2705100"/>
            <a:ext cx="8135937" cy="201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72"/>
                                        </p:tgtEl>
                                        <p:attrNameLst>
                                          <p:attrName>style.visibility</p:attrName>
                                        </p:attrNameLst>
                                      </p:cBhvr>
                                      <p:to>
                                        <p:strVal val="visible"/>
                                      </p:to>
                                    </p:set>
                                    <p:anim calcmode="lin" valueType="num">
                                      <p:cBhvr additive="base">
                                        <p:cTn dur="500"/>
                                        <p:tgtEl>
                                          <p:spTgt spid="372"/>
                                        </p:tgtEl>
                                        <p:attrNameLst>
                                          <p:attrName>ppt_w</p:attrName>
                                        </p:attrNameLst>
                                      </p:cBhvr>
                                      <p:tavLst>
                                        <p:tav fmla="" tm="0">
                                          <p:val>
                                            <p:strVal val="0"/>
                                          </p:val>
                                        </p:tav>
                                        <p:tav fmla="" tm="100000">
                                          <p:val>
                                            <p:strVal val="#ppt_w"/>
                                          </p:val>
                                        </p:tav>
                                      </p:tavLst>
                                    </p:anim>
                                    <p:anim calcmode="lin" valueType="num">
                                      <p:cBhvr additive="base">
                                        <p:cTn dur="500"/>
                                        <p:tgtEl>
                                          <p:spTgt spid="37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79" name="Google Shape;379;p4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80" name="Google Shape;380;p4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81" name="Google Shape;381;p4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82" name="Google Shape;382;p4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83" name="Google Shape;383;p4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84" name="Google Shape;384;p4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85" name="Google Shape;385;p4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86" name="Google Shape;386;p42"/>
          <p:cNvSpPr txBox="1"/>
          <p:nvPr/>
        </p:nvSpPr>
        <p:spPr>
          <a:xfrm>
            <a:off x="1143000" y="0"/>
            <a:ext cx="79311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5.5.5  Quadrature Amplitude Modulation</a:t>
            </a:r>
            <a:endParaRPr/>
          </a:p>
        </p:txBody>
      </p:sp>
      <p:sp>
        <p:nvSpPr>
          <p:cNvPr id="387" name="Google Shape;387;p42"/>
          <p:cNvSpPr txBox="1"/>
          <p:nvPr/>
        </p:nvSpPr>
        <p:spPr>
          <a:xfrm>
            <a:off x="381000" y="1293812"/>
            <a:ext cx="7924800" cy="43624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PSK is limited by the ability of the equipment to distinguish small differences in phase. This factor limits its potential bit rate. So far, we have been altering only one of the three characteristics of a sine wave at a time; but what if we alter two? Why not combine ASK and PSK? The idea of using two carriers, one in-phase and the other quadrature, with different amplitude levels for each carrier is the concept behind quadrature amplitude modulation (QAM).</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94" name="Google Shape;394;p43"/>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5.14:  </a:t>
            </a:r>
            <a:r>
              <a:rPr b="1" i="1" lang="en-US" sz="2000" u="none">
                <a:solidFill>
                  <a:schemeClr val="dk1"/>
                </a:solidFill>
                <a:latin typeface="Times"/>
                <a:ea typeface="Times"/>
                <a:cs typeface="Times"/>
                <a:sym typeface="Times"/>
              </a:rPr>
              <a:t>Constellation diagrams for some QAMs</a:t>
            </a:r>
            <a:endParaRPr/>
          </a:p>
        </p:txBody>
      </p:sp>
      <p:pic>
        <p:nvPicPr>
          <p:cNvPr id="395" name="Google Shape;395;p43"/>
          <p:cNvPicPr preferRelativeResize="0"/>
          <p:nvPr/>
        </p:nvPicPr>
        <p:blipFill rotWithShape="1">
          <a:blip r:embed="rId3">
            <a:alphaModFix/>
          </a:blip>
          <a:srcRect b="0" l="0" r="0" t="0"/>
          <a:stretch/>
        </p:blipFill>
        <p:spPr>
          <a:xfrm>
            <a:off x="762000" y="1219200"/>
            <a:ext cx="4457700" cy="2022475"/>
          </a:xfrm>
          <a:prstGeom prst="rect">
            <a:avLst/>
          </a:prstGeom>
          <a:noFill/>
          <a:ln>
            <a:noFill/>
          </a:ln>
        </p:spPr>
      </p:pic>
      <p:pic>
        <p:nvPicPr>
          <p:cNvPr id="396" name="Google Shape;396;p43"/>
          <p:cNvPicPr preferRelativeResize="0"/>
          <p:nvPr/>
        </p:nvPicPr>
        <p:blipFill rotWithShape="1">
          <a:blip r:embed="rId4">
            <a:alphaModFix/>
          </a:blip>
          <a:srcRect b="0" l="0" r="0" t="0"/>
          <a:stretch/>
        </p:blipFill>
        <p:spPr>
          <a:xfrm>
            <a:off x="3868737" y="3810000"/>
            <a:ext cx="4457700" cy="2022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000"/>
                                        <p:tgtEl>
                                          <p:spTgt spid="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03" name="Google Shape;403;p44"/>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04" name="Google Shape;404;p44"/>
          <p:cNvSpPr txBox="1"/>
          <p:nvPr/>
        </p:nvSpPr>
        <p:spPr>
          <a:xfrm>
            <a:off x="228600" y="406400"/>
            <a:ext cx="8313737" cy="1066800"/>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5-2   ANALOG-TO-ANALOG CONVERSION</a:t>
            </a:r>
            <a:endParaRPr/>
          </a:p>
          <a:p>
            <a:pPr indent="0" lvl="0" marL="0" marR="0" rtl="0" algn="l">
              <a:lnSpc>
                <a:spcPct val="100000"/>
              </a:lnSpc>
              <a:spcBef>
                <a:spcPts val="0"/>
              </a:spcBef>
              <a:spcAft>
                <a:spcPts val="0"/>
              </a:spcAft>
              <a:buNone/>
            </a:pPr>
            <a:r>
              <a:t/>
            </a:r>
            <a:endParaRPr b="1" i="0" sz="3200" u="none" cap="none" strike="noStrike">
              <a:solidFill>
                <a:schemeClr val="dk1"/>
              </a:solidFill>
              <a:latin typeface="Times"/>
              <a:ea typeface="Times"/>
              <a:cs typeface="Times"/>
              <a:sym typeface="Times"/>
            </a:endParaRPr>
          </a:p>
        </p:txBody>
      </p:sp>
      <p:sp>
        <p:nvSpPr>
          <p:cNvPr id="405" name="Google Shape;405;p44"/>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06" name="Google Shape;406;p44"/>
          <p:cNvSpPr txBox="1"/>
          <p:nvPr/>
        </p:nvSpPr>
        <p:spPr>
          <a:xfrm>
            <a:off x="228600" y="1447800"/>
            <a:ext cx="8229600" cy="4965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a:buNone/>
            </a:pPr>
            <a:r>
              <a:rPr b="1" i="1" lang="en-US" sz="3200" u="none">
                <a:solidFill>
                  <a:schemeClr val="dk1"/>
                </a:solidFill>
                <a:latin typeface="Times"/>
                <a:ea typeface="Times"/>
                <a:cs typeface="Times"/>
                <a:sym typeface="Times"/>
              </a:rPr>
              <a:t>Analog-to-analog conversion, or analog modulation, is the representation of analog information by an analog signal. One may ask why we need to modulate an analog signal; it is already analog. Modulation is needed if the medium is bandpass in nature or if only a bandpass channel is available to us. Analog-to-analog conversion can be accomplished in three ways: AM FM and PM.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13" name="Google Shape;413;p45"/>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5.15:  </a:t>
            </a:r>
            <a:r>
              <a:rPr b="1" i="1" lang="en-US" sz="2000" u="none">
                <a:solidFill>
                  <a:schemeClr val="dk1"/>
                </a:solidFill>
                <a:latin typeface="Times"/>
                <a:ea typeface="Times"/>
                <a:cs typeface="Times"/>
                <a:sym typeface="Times"/>
              </a:rPr>
              <a:t>Types of analog-to-analog modulation</a:t>
            </a:r>
            <a:endParaRPr/>
          </a:p>
        </p:txBody>
      </p:sp>
      <p:pic>
        <p:nvPicPr>
          <p:cNvPr id="414" name="Google Shape;414;p45"/>
          <p:cNvPicPr preferRelativeResize="0"/>
          <p:nvPr/>
        </p:nvPicPr>
        <p:blipFill rotWithShape="1">
          <a:blip r:embed="rId3">
            <a:alphaModFix/>
          </a:blip>
          <a:srcRect b="0" l="0" r="0" t="0"/>
          <a:stretch/>
        </p:blipFill>
        <p:spPr>
          <a:xfrm>
            <a:off x="295275" y="2486025"/>
            <a:ext cx="8391525" cy="2162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14"/>
                                        </p:tgtEl>
                                        <p:attrNameLst>
                                          <p:attrName>style.visibility</p:attrName>
                                        </p:attrNameLst>
                                      </p:cBhvr>
                                      <p:to>
                                        <p:strVal val="visible"/>
                                      </p:to>
                                    </p:set>
                                    <p:anim calcmode="lin" valueType="num">
                                      <p:cBhvr additive="base">
                                        <p:cTn dur="500"/>
                                        <p:tgtEl>
                                          <p:spTgt spid="414"/>
                                        </p:tgtEl>
                                        <p:attrNameLst>
                                          <p:attrName>ppt_w</p:attrName>
                                        </p:attrNameLst>
                                      </p:cBhvr>
                                      <p:tavLst>
                                        <p:tav fmla="" tm="0">
                                          <p:val>
                                            <p:strVal val="0"/>
                                          </p:val>
                                        </p:tav>
                                        <p:tav fmla="" tm="100000">
                                          <p:val>
                                            <p:strVal val="#ppt_w"/>
                                          </p:val>
                                        </p:tav>
                                      </p:tavLst>
                                    </p:anim>
                                    <p:anim calcmode="lin" valueType="num">
                                      <p:cBhvr additive="base">
                                        <p:cTn dur="500"/>
                                        <p:tgtEl>
                                          <p:spTgt spid="41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21" name="Google Shape;421;p4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2" name="Google Shape;422;p4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3" name="Google Shape;423;p4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4" name="Google Shape;424;p4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5" name="Google Shape;425;p4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6" name="Google Shape;426;p4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7" name="Google Shape;427;p4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8" name="Google Shape;428;p46"/>
          <p:cNvSpPr txBox="1"/>
          <p:nvPr/>
        </p:nvSpPr>
        <p:spPr>
          <a:xfrm>
            <a:off x="1143000" y="0"/>
            <a:ext cx="67373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5.2.1  Amplitude Modulation (AM)</a:t>
            </a:r>
            <a:endParaRPr/>
          </a:p>
        </p:txBody>
      </p:sp>
      <p:sp>
        <p:nvSpPr>
          <p:cNvPr id="429" name="Google Shape;429;p46"/>
          <p:cNvSpPr txBox="1"/>
          <p:nvPr/>
        </p:nvSpPr>
        <p:spPr>
          <a:xfrm>
            <a:off x="381000" y="1293812"/>
            <a:ext cx="7924800" cy="52165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AM transmission, the carrier signal is modulated so that its amplitude varies with the changing amplitudes of the modulating signal. The frequency and phase of the carrier remain the same; only the amplitude changes to follow variations in the information. Figure 5.16 shows how this concept works. The modulating signal is the envelope of the carrier. As Figure 5.16 shows, AM is normally implemented by using a simple multiplier because the amplitude of the carrier signal needs to be changed according to the amplitude of the modulating signal.</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36" name="Google Shape;436;p47"/>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5.16:  </a:t>
            </a:r>
            <a:r>
              <a:rPr b="1" i="1" lang="en-US" sz="2000" u="none">
                <a:solidFill>
                  <a:schemeClr val="dk1"/>
                </a:solidFill>
                <a:latin typeface="Times"/>
                <a:ea typeface="Times"/>
                <a:cs typeface="Times"/>
                <a:sym typeface="Times"/>
              </a:rPr>
              <a:t>Amplitude modulation</a:t>
            </a:r>
            <a:endParaRPr/>
          </a:p>
        </p:txBody>
      </p:sp>
      <p:pic>
        <p:nvPicPr>
          <p:cNvPr id="437" name="Google Shape;437;p47"/>
          <p:cNvPicPr preferRelativeResize="0"/>
          <p:nvPr/>
        </p:nvPicPr>
        <p:blipFill rotWithShape="1">
          <a:blip r:embed="rId3">
            <a:alphaModFix/>
          </a:blip>
          <a:srcRect b="0" l="0" r="0" t="0"/>
          <a:stretch/>
        </p:blipFill>
        <p:spPr>
          <a:xfrm>
            <a:off x="609600" y="762000"/>
            <a:ext cx="4419600" cy="3206750"/>
          </a:xfrm>
          <a:prstGeom prst="rect">
            <a:avLst/>
          </a:prstGeom>
          <a:noFill/>
          <a:ln>
            <a:noFill/>
          </a:ln>
        </p:spPr>
      </p:pic>
      <p:pic>
        <p:nvPicPr>
          <p:cNvPr id="438" name="Google Shape;438;p47"/>
          <p:cNvPicPr preferRelativeResize="0"/>
          <p:nvPr/>
        </p:nvPicPr>
        <p:blipFill rotWithShape="1">
          <a:blip r:embed="rId4">
            <a:alphaModFix/>
          </a:blip>
          <a:srcRect b="0" l="0" r="0" t="0"/>
          <a:stretch/>
        </p:blipFill>
        <p:spPr>
          <a:xfrm>
            <a:off x="5562600" y="3856037"/>
            <a:ext cx="2481262" cy="2609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822"/>
                                        <p:tgtEl>
                                          <p:spTgt spid="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45" name="Google Shape;445;p48"/>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5.17:  </a:t>
            </a:r>
            <a:r>
              <a:rPr b="1" i="1" lang="en-US" sz="2000" u="none">
                <a:solidFill>
                  <a:schemeClr val="dk1"/>
                </a:solidFill>
                <a:latin typeface="Times"/>
                <a:ea typeface="Times"/>
                <a:cs typeface="Times"/>
                <a:sym typeface="Times"/>
              </a:rPr>
              <a:t>AM band allocation</a:t>
            </a:r>
            <a:endParaRPr/>
          </a:p>
        </p:txBody>
      </p:sp>
      <p:pic>
        <p:nvPicPr>
          <p:cNvPr id="446" name="Google Shape;446;p48"/>
          <p:cNvPicPr preferRelativeResize="0"/>
          <p:nvPr/>
        </p:nvPicPr>
        <p:blipFill rotWithShape="1">
          <a:blip r:embed="rId3">
            <a:alphaModFix/>
          </a:blip>
          <a:srcRect b="0" l="0" r="0" t="0"/>
          <a:stretch/>
        </p:blipFill>
        <p:spPr>
          <a:xfrm>
            <a:off x="762000" y="3246437"/>
            <a:ext cx="6919912" cy="10969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46"/>
                                        </p:tgtEl>
                                        <p:attrNameLst>
                                          <p:attrName>style.visibility</p:attrName>
                                        </p:attrNameLst>
                                      </p:cBhvr>
                                      <p:to>
                                        <p:strVal val="visible"/>
                                      </p:to>
                                    </p:set>
                                    <p:anim calcmode="lin" valueType="num">
                                      <p:cBhvr additive="base">
                                        <p:cTn dur="500"/>
                                        <p:tgtEl>
                                          <p:spTgt spid="446"/>
                                        </p:tgtEl>
                                        <p:attrNameLst>
                                          <p:attrName>ppt_w</p:attrName>
                                        </p:attrNameLst>
                                      </p:cBhvr>
                                      <p:tavLst>
                                        <p:tav fmla="" tm="0">
                                          <p:val>
                                            <p:strVal val="0"/>
                                          </p:val>
                                        </p:tav>
                                        <p:tav fmla="" tm="100000">
                                          <p:val>
                                            <p:strVal val="#ppt_w"/>
                                          </p:val>
                                        </p:tav>
                                      </p:tavLst>
                                    </p:anim>
                                    <p:anim calcmode="lin" valueType="num">
                                      <p:cBhvr additive="base">
                                        <p:cTn dur="500"/>
                                        <p:tgtEl>
                                          <p:spTgt spid="44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53" name="Google Shape;453;p4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54" name="Google Shape;454;p4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55" name="Google Shape;455;p4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56" name="Google Shape;456;p4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57" name="Google Shape;457;p4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58" name="Google Shape;458;p4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59" name="Google Shape;459;p4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60" name="Google Shape;460;p49"/>
          <p:cNvSpPr txBox="1"/>
          <p:nvPr/>
        </p:nvSpPr>
        <p:spPr>
          <a:xfrm>
            <a:off x="1143000" y="0"/>
            <a:ext cx="68135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5.2.2  Frequency Modulation (FM)</a:t>
            </a:r>
            <a:endParaRPr/>
          </a:p>
        </p:txBody>
      </p:sp>
      <p:sp>
        <p:nvSpPr>
          <p:cNvPr id="461" name="Google Shape;461;p49"/>
          <p:cNvSpPr txBox="1"/>
          <p:nvPr/>
        </p:nvSpPr>
        <p:spPr>
          <a:xfrm>
            <a:off x="381000" y="1293812"/>
            <a:ext cx="7924800" cy="39354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FM transmission, the frequency of the carrier signal is modulated to follow the changing voltage level (amplitude) of the modulating signal. The peak amplitude and phase of the carrier signal remain constant, but as the amplitude of the information signal changes, the frequency of the carrier changes correspondingly. Figure 5.18 shows the relationships of the modulating signal, the carrier signal, and the resultant FM signal.</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68" name="Google Shape;468;p50"/>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5.18:  </a:t>
            </a:r>
            <a:r>
              <a:rPr b="1" i="1" lang="en-US" sz="2000" u="none">
                <a:solidFill>
                  <a:schemeClr val="dk1"/>
                </a:solidFill>
                <a:latin typeface="Times"/>
                <a:ea typeface="Times"/>
                <a:cs typeface="Times"/>
                <a:sym typeface="Times"/>
              </a:rPr>
              <a:t>Frequency modulation</a:t>
            </a:r>
            <a:endParaRPr/>
          </a:p>
        </p:txBody>
      </p:sp>
      <p:pic>
        <p:nvPicPr>
          <p:cNvPr id="469" name="Google Shape;469;p50"/>
          <p:cNvPicPr preferRelativeResize="0"/>
          <p:nvPr/>
        </p:nvPicPr>
        <p:blipFill rotWithShape="1">
          <a:blip r:embed="rId3">
            <a:alphaModFix/>
          </a:blip>
          <a:srcRect b="0" l="0" r="0" t="0"/>
          <a:stretch/>
        </p:blipFill>
        <p:spPr>
          <a:xfrm>
            <a:off x="561975" y="912812"/>
            <a:ext cx="5153025" cy="3582987"/>
          </a:xfrm>
          <a:prstGeom prst="rect">
            <a:avLst/>
          </a:prstGeom>
          <a:noFill/>
          <a:ln>
            <a:noFill/>
          </a:ln>
        </p:spPr>
      </p:pic>
      <p:pic>
        <p:nvPicPr>
          <p:cNvPr id="470" name="Google Shape;470;p50"/>
          <p:cNvPicPr preferRelativeResize="0"/>
          <p:nvPr/>
        </p:nvPicPr>
        <p:blipFill rotWithShape="1">
          <a:blip r:embed="rId4">
            <a:alphaModFix/>
          </a:blip>
          <a:srcRect b="0" l="0" r="0" t="0"/>
          <a:stretch/>
        </p:blipFill>
        <p:spPr>
          <a:xfrm>
            <a:off x="6072187" y="4267200"/>
            <a:ext cx="2428875" cy="2127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822"/>
                                        <p:tgtEl>
                                          <p:spTgt spid="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77" name="Google Shape;477;p51"/>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5.19:  </a:t>
            </a:r>
            <a:r>
              <a:rPr b="1" i="1" lang="en-US" sz="2000" u="none">
                <a:solidFill>
                  <a:schemeClr val="dk1"/>
                </a:solidFill>
                <a:latin typeface="Times"/>
                <a:ea typeface="Times"/>
                <a:cs typeface="Times"/>
                <a:sym typeface="Times"/>
              </a:rPr>
              <a:t>FM band allocation</a:t>
            </a:r>
            <a:endParaRPr/>
          </a:p>
        </p:txBody>
      </p:sp>
      <p:pic>
        <p:nvPicPr>
          <p:cNvPr id="478" name="Google Shape;478;p51"/>
          <p:cNvPicPr preferRelativeResize="0"/>
          <p:nvPr/>
        </p:nvPicPr>
        <p:blipFill rotWithShape="1">
          <a:blip r:embed="rId3">
            <a:alphaModFix/>
          </a:blip>
          <a:srcRect b="0" l="0" r="0" t="0"/>
          <a:stretch/>
        </p:blipFill>
        <p:spPr>
          <a:xfrm>
            <a:off x="762000" y="3246437"/>
            <a:ext cx="6919912" cy="10969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8"/>
                                        </p:tgtEl>
                                        <p:attrNameLst>
                                          <p:attrName>style.visibility</p:attrName>
                                        </p:attrNameLst>
                                      </p:cBhvr>
                                      <p:to>
                                        <p:strVal val="visible"/>
                                      </p:to>
                                    </p:set>
                                    <p:anim calcmode="lin" valueType="num">
                                      <p:cBhvr additive="base">
                                        <p:cTn dur="500"/>
                                        <p:tgtEl>
                                          <p:spTgt spid="478"/>
                                        </p:tgtEl>
                                        <p:attrNameLst>
                                          <p:attrName>ppt_w</p:attrName>
                                        </p:attrNameLst>
                                      </p:cBhvr>
                                      <p:tavLst>
                                        <p:tav fmla="" tm="0">
                                          <p:val>
                                            <p:strVal val="0"/>
                                          </p:val>
                                        </p:tav>
                                        <p:tav fmla="" tm="100000">
                                          <p:val>
                                            <p:strVal val="#ppt_w"/>
                                          </p:val>
                                        </p:tav>
                                      </p:tavLst>
                                    </p:anim>
                                    <p:anim calcmode="lin" valueType="num">
                                      <p:cBhvr additive="base">
                                        <p:cTn dur="500"/>
                                        <p:tgtEl>
                                          <p:spTgt spid="47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85" name="Google Shape;485;p5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86" name="Google Shape;486;p5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87" name="Google Shape;487;p5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88" name="Google Shape;488;p5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89" name="Google Shape;489;p5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90" name="Google Shape;490;p5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91" name="Google Shape;491;p5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92" name="Google Shape;492;p52"/>
          <p:cNvSpPr txBox="1"/>
          <p:nvPr/>
        </p:nvSpPr>
        <p:spPr>
          <a:xfrm>
            <a:off x="1143000" y="0"/>
            <a:ext cx="58991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5.2.3  Phase Modulation (PM)</a:t>
            </a:r>
            <a:endParaRPr/>
          </a:p>
        </p:txBody>
      </p:sp>
      <p:sp>
        <p:nvSpPr>
          <p:cNvPr id="493" name="Google Shape;493;p52"/>
          <p:cNvSpPr txBox="1"/>
          <p:nvPr/>
        </p:nvSpPr>
        <p:spPr>
          <a:xfrm>
            <a:off x="381000" y="1293812"/>
            <a:ext cx="7924800" cy="30813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PM transmission, the phase of the carrier signal is modulated to follow the changing voltage level (amplitude) of the modulating signal. The peak amplitude and frequency of the carrier signal remain constant, but as the amplitude of the information signal changes, the phase of the carrier changes correspondingly.</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500" name="Google Shape;500;p53"/>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5.20:  </a:t>
            </a:r>
            <a:r>
              <a:rPr b="1" i="1" lang="en-US" sz="2000" u="none">
                <a:solidFill>
                  <a:schemeClr val="dk1"/>
                </a:solidFill>
                <a:latin typeface="Times"/>
                <a:ea typeface="Times"/>
                <a:cs typeface="Times"/>
                <a:sym typeface="Times"/>
              </a:rPr>
              <a:t>Phase modulation</a:t>
            </a:r>
            <a:endParaRPr/>
          </a:p>
        </p:txBody>
      </p:sp>
      <p:pic>
        <p:nvPicPr>
          <p:cNvPr id="501" name="Google Shape;501;p53"/>
          <p:cNvPicPr preferRelativeResize="0"/>
          <p:nvPr/>
        </p:nvPicPr>
        <p:blipFill rotWithShape="1">
          <a:blip r:embed="rId3">
            <a:alphaModFix/>
          </a:blip>
          <a:srcRect b="0" l="0" r="0" t="0"/>
          <a:stretch/>
        </p:blipFill>
        <p:spPr>
          <a:xfrm>
            <a:off x="333375" y="914400"/>
            <a:ext cx="4695825" cy="3536950"/>
          </a:xfrm>
          <a:prstGeom prst="rect">
            <a:avLst/>
          </a:prstGeom>
          <a:noFill/>
          <a:ln>
            <a:noFill/>
          </a:ln>
        </p:spPr>
      </p:pic>
      <p:pic>
        <p:nvPicPr>
          <p:cNvPr id="502" name="Google Shape;502;p53"/>
          <p:cNvPicPr preferRelativeResize="0"/>
          <p:nvPr/>
        </p:nvPicPr>
        <p:blipFill rotWithShape="1">
          <a:blip r:embed="rId4">
            <a:alphaModFix/>
          </a:blip>
          <a:srcRect b="0" l="0" r="0" t="0"/>
          <a:stretch/>
        </p:blipFill>
        <p:spPr>
          <a:xfrm>
            <a:off x="6207125" y="4081462"/>
            <a:ext cx="2098675" cy="21669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500"/>
                                        <p:tgtEl>
                                          <p:spTgt spid="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822"/>
                                        <p:tgtEl>
                                          <p:spTgt spid="5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