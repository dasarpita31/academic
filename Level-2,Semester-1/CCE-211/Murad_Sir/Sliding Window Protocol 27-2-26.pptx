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4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8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9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1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4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3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95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7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9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0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ACBAB-7C89-41FF-AD87-F1D4B7AE39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70CDD-961C-4F76-AE9D-67C570231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Sliding Window Protocol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Flow Control Technique in Computer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8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669"/>
            <a:ext cx="12213331" cy="439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2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6" y="0"/>
            <a:ext cx="7318903" cy="4264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66" y="4629394"/>
            <a:ext cx="505848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9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6" y="0"/>
            <a:ext cx="4451596" cy="41627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96" y="120866"/>
            <a:ext cx="6556625" cy="649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1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7" y="99253"/>
            <a:ext cx="6802121" cy="654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Comparison Table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923046"/>
              </p:ext>
            </p:extLst>
          </p:nvPr>
        </p:nvGraphicFramePr>
        <p:xfrm>
          <a:off x="838200" y="1380393"/>
          <a:ext cx="8551986" cy="53193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0662">
                  <a:extLst>
                    <a:ext uri="{9D8B030D-6E8A-4147-A177-3AD203B41FA5}">
                      <a16:colId xmlns:a16="http://schemas.microsoft.com/office/drawing/2014/main" val="1223811624"/>
                    </a:ext>
                  </a:extLst>
                </a:gridCol>
                <a:gridCol w="2850662">
                  <a:extLst>
                    <a:ext uri="{9D8B030D-6E8A-4147-A177-3AD203B41FA5}">
                      <a16:colId xmlns:a16="http://schemas.microsoft.com/office/drawing/2014/main" val="2425070737"/>
                    </a:ext>
                  </a:extLst>
                </a:gridCol>
                <a:gridCol w="2850662">
                  <a:extLst>
                    <a:ext uri="{9D8B030D-6E8A-4147-A177-3AD203B41FA5}">
                      <a16:colId xmlns:a16="http://schemas.microsoft.com/office/drawing/2014/main" val="1770300776"/>
                    </a:ext>
                  </a:extLst>
                </a:gridCol>
              </a:tblGrid>
              <a:tr h="6380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Feature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Stop-and-Wait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Sliding Window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4469595"/>
                  </a:ext>
                </a:extLst>
              </a:tr>
              <a:tr h="10646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Frames Sent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One at a time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Multiple at a time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2103503"/>
                  </a:ext>
                </a:extLst>
              </a:tr>
              <a:tr h="6380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Efficiency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Low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High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117847"/>
                  </a:ext>
                </a:extLst>
              </a:tr>
              <a:tr h="6380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Speed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Slow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Faster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65495199"/>
                  </a:ext>
                </a:extLst>
              </a:tr>
              <a:tr h="6380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Bandwidth Use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Poor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Efficient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1924389"/>
                  </a:ext>
                </a:extLst>
              </a:tr>
              <a:tr h="6380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Complexity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Simple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More complex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942856"/>
                  </a:ext>
                </a:extLst>
              </a:tr>
              <a:tr h="10646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Buffer Requirement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</a:rPr>
                        <a:t>Small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</a:rPr>
                        <a:t>Larger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0340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45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Sliding Window Protocol</vt:lpstr>
      <vt:lpstr>PowerPoint Presentation</vt:lpstr>
      <vt:lpstr>PowerPoint Presentation</vt:lpstr>
      <vt:lpstr>PowerPoint Presentation</vt:lpstr>
      <vt:lpstr>PowerPoint Presentation</vt:lpstr>
      <vt:lpstr>Main Comparison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Sliding Window Protocol</dc:title>
  <dc:creator>Lenovo</dc:creator>
  <cp:lastModifiedBy>Lenovo</cp:lastModifiedBy>
  <cp:revision>3</cp:revision>
  <dcterms:created xsi:type="dcterms:W3CDTF">2026-02-27T06:34:39Z</dcterms:created>
  <dcterms:modified xsi:type="dcterms:W3CDTF">2026-02-27T06:45:41Z</dcterms:modified>
</cp:coreProperties>
</file>