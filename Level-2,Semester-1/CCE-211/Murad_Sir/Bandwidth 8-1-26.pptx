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037ED-A9DD-4143-A92F-397AC5F5416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DCC9-A1B3-4D21-BA55-5B8B057B12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037ED-A9DD-4143-A92F-397AC5F5416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DCC9-A1B3-4D21-BA55-5B8B057B12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037ED-A9DD-4143-A92F-397AC5F5416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DCC9-A1B3-4D21-BA55-5B8B057B12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037ED-A9DD-4143-A92F-397AC5F5416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DCC9-A1B3-4D21-BA55-5B8B057B12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037ED-A9DD-4143-A92F-397AC5F54162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DCC9-A1B3-4D21-BA55-5B8B057B12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037ED-A9DD-4143-A92F-397AC5F5416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DCC9-A1B3-4D21-BA55-5B8B057B12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037ED-A9DD-4143-A92F-397AC5F54162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DCC9-A1B3-4D21-BA55-5B8B057B12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037ED-A9DD-4143-A92F-397AC5F5416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DCC9-A1B3-4D21-BA55-5B8B057B12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037ED-A9DD-4143-A92F-397AC5F5416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DCC9-A1B3-4D21-BA55-5B8B057B12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037ED-A9DD-4143-A92F-397AC5F5416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DCC9-A1B3-4D21-BA55-5B8B057B12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037ED-A9DD-4143-A92F-397AC5F5416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DCC9-A1B3-4D21-BA55-5B8B057B12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037ED-A9DD-4143-A92F-397AC5F5416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BDCC9-A1B3-4D21-BA55-5B8B057B122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latin typeface="Times" panose="02020603050405020304" pitchFamily="18" charset="0"/>
                <a:cs typeface="Arial" panose="020B0604020202020204" pitchFamily="34" charset="0"/>
              </a:rPr>
              <a:t>Bandwidth</a:t>
            </a:r>
            <a:br>
              <a:rPr lang="en-US" altLang="en-US" dirty="0">
                <a:latin typeface="Times" panose="02020603050405020304" pitchFamily="18" charset="0"/>
                <a:cs typeface="Arial" panose="020B0604020202020204" pitchFamily="34" charset="0"/>
              </a:rPr>
            </a:br>
            <a:r>
              <a:rPr lang="en-US" altLang="en-US" dirty="0">
                <a:latin typeface="Times" panose="02020603050405020304" pitchFamily="18" charset="0"/>
                <a:cs typeface="Arial" panose="020B0604020202020204" pitchFamily="34" charset="0"/>
              </a:rPr>
              <a:t>Utilization</a:t>
            </a:r>
            <a:br>
              <a:rPr lang="en-US" altLang="en-US" dirty="0">
                <a:latin typeface="Times" panose="02020603050405020304" pitchFamily="18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10293"/>
            <a:ext cx="9144000" cy="1655762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731" y="633022"/>
            <a:ext cx="11113477" cy="55919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1" y="409154"/>
            <a:ext cx="8163330" cy="48310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313" y="5473583"/>
            <a:ext cx="6954220" cy="8383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MULTIPLEXING</a:t>
            </a:r>
            <a:br>
              <a:rPr lang="en-US" dirty="0" smtClean="0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54" y="1466575"/>
            <a:ext cx="11831737" cy="47103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MULTIPLEXING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8752" y="1825625"/>
            <a:ext cx="7078063" cy="48298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30" y="-2992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MULTIPLEXING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6300" y="225607"/>
            <a:ext cx="6667500" cy="64917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30" y="-2992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MULTIPLEXING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40299" y="3774832"/>
            <a:ext cx="6134956" cy="85737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51" y="1231857"/>
            <a:ext cx="6687483" cy="23720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24254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SPREAD SPECTRUM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229" y="482180"/>
            <a:ext cx="7849695" cy="42582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484" y="4676471"/>
            <a:ext cx="6639852" cy="21815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562" y="0"/>
            <a:ext cx="11019692" cy="624254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SPREAD SPECTRUM (</a:t>
            </a:r>
            <a:r>
              <a:rPr lang="en-US" dirty="0" smtClean="0"/>
              <a:t>Types of Spread Spectrum</a:t>
            </a:r>
            <a:r>
              <a:rPr lang="en-US" dirty="0" smtClean="0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17" y="624253"/>
            <a:ext cx="7681546" cy="506436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62" y="5863144"/>
            <a:ext cx="7020905" cy="8954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3300" y="1700394"/>
            <a:ext cx="3781953" cy="2648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729762"/>
          </a:xfrm>
        </p:spPr>
        <p:txBody>
          <a:bodyPr/>
          <a:lstStyle/>
          <a:p>
            <a:r>
              <a:rPr lang="en-US" dirty="0"/>
              <a:t>Follows a hopping sequence?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254" y="729763"/>
            <a:ext cx="8991723" cy="60587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62" y="-74490"/>
            <a:ext cx="10515600" cy="1325563"/>
          </a:xfrm>
        </p:spPr>
        <p:txBody>
          <a:bodyPr/>
          <a:lstStyle/>
          <a:p>
            <a:r>
              <a:rPr lang="en-US" dirty="0"/>
              <a:t>Each bit becomes multiple chips?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87" y="1089903"/>
            <a:ext cx="6925642" cy="50870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WPS Presentation</Application>
  <PresentationFormat>Widescreen</PresentationFormat>
  <Paragraphs>18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Times</vt:lpstr>
      <vt:lpstr>Times New Roman</vt:lpstr>
      <vt:lpstr>Calibri Light</vt:lpstr>
      <vt:lpstr>Calibri</vt:lpstr>
      <vt:lpstr>Microsoft YaHei</vt:lpstr>
      <vt:lpstr>Arial Unicode MS</vt:lpstr>
      <vt:lpstr>Office Theme</vt:lpstr>
      <vt:lpstr>Bandwidth Utilization </vt:lpstr>
      <vt:lpstr>PowerPoint 演示文稿</vt:lpstr>
      <vt:lpstr>PowerPoint 演示文稿</vt:lpstr>
      <vt:lpstr>MULTIPLEXING </vt:lpstr>
      <vt:lpstr>MULTIPLEXING</vt:lpstr>
      <vt:lpstr>MULTIPLEXING</vt:lpstr>
      <vt:lpstr>MULTIPLEXING</vt:lpstr>
      <vt:lpstr>SPREAD SPECTRUM</vt:lpstr>
      <vt:lpstr>SPREAD SPECTRUM (Types of Spread Spectrum)</vt:lpstr>
      <vt:lpstr>Follows a hopping sequence?</vt:lpstr>
      <vt:lpstr>Each bit becomes multiple chips?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Bandwidth Utilization</dc:title>
  <dc:creator>Lenovo</dc:creator>
  <cp:lastModifiedBy>Priyanto Debnath</cp:lastModifiedBy>
  <cp:revision>9</cp:revision>
  <dcterms:created xsi:type="dcterms:W3CDTF">2026-01-08T04:37:00Z</dcterms:created>
  <dcterms:modified xsi:type="dcterms:W3CDTF">2026-01-08T08:12:54Z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529000D103FD493A8071BF7023F97CF0_12</vt:lpwstr>
  </property>
  <property fmtid="{D5CDD505-2E9C-101B-9397-08002B2CF9AE}" pid="3" name="KSOProductBuildVer">
    <vt:lpwstr>1033-12.2.0.23196</vt:lpwstr>
  </property>
</Properties>
</file>