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9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7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3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8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2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3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1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4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C58C5-710F-4F7C-BB1D-20D9ABD52EA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7B18-7484-41E3-B971-DE8B0A22E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9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Excercises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1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70468"/>
            <a:ext cx="8094101" cy="51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8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72" y="182069"/>
            <a:ext cx="7898897" cy="61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1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09" y="249456"/>
            <a:ext cx="6641146" cy="65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1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680654"/>
            <a:ext cx="6820852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5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68356"/>
            <a:ext cx="10326672" cy="465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7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96" y="570886"/>
            <a:ext cx="11124126" cy="403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Excercises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Excercises</dc:title>
  <dc:creator>Lenovo</dc:creator>
  <cp:lastModifiedBy>Lenovo</cp:lastModifiedBy>
  <cp:revision>3</cp:revision>
  <dcterms:created xsi:type="dcterms:W3CDTF">2026-03-25T07:04:55Z</dcterms:created>
  <dcterms:modified xsi:type="dcterms:W3CDTF">2026-03-25T08:44:53Z</dcterms:modified>
</cp:coreProperties>
</file>