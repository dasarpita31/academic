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5E14-E280-424C-A9FA-6D7F9C2C8F3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9D50B-DDB1-4F98-A918-90F370285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7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5E14-E280-424C-A9FA-6D7F9C2C8F3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9D50B-DDB1-4F98-A918-90F370285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5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5E14-E280-424C-A9FA-6D7F9C2C8F3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9D50B-DDB1-4F98-A918-90F370285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1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5E14-E280-424C-A9FA-6D7F9C2C8F3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9D50B-DDB1-4F98-A918-90F370285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3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5E14-E280-424C-A9FA-6D7F9C2C8F3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9D50B-DDB1-4F98-A918-90F370285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3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5E14-E280-424C-A9FA-6D7F9C2C8F3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9D50B-DDB1-4F98-A918-90F370285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5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5E14-E280-424C-A9FA-6D7F9C2C8F3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9D50B-DDB1-4F98-A918-90F370285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9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5E14-E280-424C-A9FA-6D7F9C2C8F3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9D50B-DDB1-4F98-A918-90F370285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52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5E14-E280-424C-A9FA-6D7F9C2C8F3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9D50B-DDB1-4F98-A918-90F370285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57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5E14-E280-424C-A9FA-6D7F9C2C8F3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9D50B-DDB1-4F98-A918-90F370285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80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5E14-E280-424C-A9FA-6D7F9C2C8F3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9D50B-DDB1-4F98-A918-90F370285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6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15E14-E280-424C-A9FA-6D7F9C2C8F3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9D50B-DDB1-4F98-A918-90F370285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75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Error detection and correction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2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Detection and Error Correction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207" y="1579441"/>
            <a:ext cx="10515600" cy="4351338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6" y="1690688"/>
            <a:ext cx="11898628" cy="359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093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Detection and Error Correction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022" y="1615375"/>
            <a:ext cx="4239217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86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Detection and Error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8" y="1424409"/>
            <a:ext cx="4875620" cy="531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538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Detection and Error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01" y="1475463"/>
            <a:ext cx="7313189" cy="371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0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84" y="0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Checksum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4895"/>
            <a:ext cx="6198577" cy="33151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443" y="1127266"/>
            <a:ext cx="4591691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9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84" y="0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Checksum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84" y="1325563"/>
            <a:ext cx="4591691" cy="49727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524" y="1149326"/>
            <a:ext cx="5087060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5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84" y="0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Checksum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24" y="1061403"/>
            <a:ext cx="5087060" cy="53252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260" y="1075692"/>
            <a:ext cx="4601217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27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84" y="0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Checksum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30" y="996561"/>
            <a:ext cx="4601217" cy="52966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693" y="996560"/>
            <a:ext cx="7041307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7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84" y="0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Checksum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9" y="1031729"/>
            <a:ext cx="7041307" cy="52966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677" y="1489722"/>
            <a:ext cx="5001323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6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Error Detection and Error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76" y="1131032"/>
            <a:ext cx="5427724" cy="517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577" y="121993"/>
            <a:ext cx="10515600" cy="1325563"/>
          </a:xfrm>
        </p:spPr>
        <p:txBody>
          <a:bodyPr/>
          <a:lstStyle/>
          <a:p>
            <a:r>
              <a:rPr lang="en-US" dirty="0"/>
              <a:t>Cyclic Redundancy Check (CRC) example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2508" y="1447556"/>
            <a:ext cx="5099492" cy="43513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9521"/>
            <a:ext cx="7182852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1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577" y="121993"/>
            <a:ext cx="10515600" cy="1325563"/>
          </a:xfrm>
        </p:spPr>
        <p:txBody>
          <a:bodyPr/>
          <a:lstStyle/>
          <a:p>
            <a:r>
              <a:rPr lang="en-US" dirty="0"/>
              <a:t>Cyclic Redundancy Check (CRC) example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939" y="1544272"/>
            <a:ext cx="5099492" cy="43513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237" y="784774"/>
            <a:ext cx="5191850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6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577" y="121993"/>
            <a:ext cx="10515600" cy="1325563"/>
          </a:xfrm>
        </p:spPr>
        <p:txBody>
          <a:bodyPr/>
          <a:lstStyle/>
          <a:p>
            <a:r>
              <a:rPr lang="en-US" dirty="0"/>
              <a:t>Cyclic Redundancy Check (CRC) example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1" y="781599"/>
            <a:ext cx="5191850" cy="56395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427" y="633900"/>
            <a:ext cx="4391638" cy="35152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674" y="4149116"/>
            <a:ext cx="6811326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8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Ethernet, HDLC, USB?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65" y="1027906"/>
            <a:ext cx="8268854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02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Ethernet, HDLC, USB?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70" y="1027906"/>
            <a:ext cx="7649643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01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Ethernet, HDLC, USB?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41" y="1825625"/>
            <a:ext cx="8230749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71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78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Error detection and correction</vt:lpstr>
      <vt:lpstr>Error Detection and Error Correction</vt:lpstr>
      <vt:lpstr>Error Detection and Error Correction</vt:lpstr>
      <vt:lpstr>Error Detection and Error Correction</vt:lpstr>
      <vt:lpstr>Error Detection and Error Correction</vt:lpstr>
      <vt:lpstr>Checksum example</vt:lpstr>
      <vt:lpstr>Checksum example</vt:lpstr>
      <vt:lpstr>Checksum example</vt:lpstr>
      <vt:lpstr>Checksum example</vt:lpstr>
      <vt:lpstr>Checksum example</vt:lpstr>
      <vt:lpstr>Error Detection and Error Correction</vt:lpstr>
      <vt:lpstr>Cyclic Redundancy Check (CRC) example </vt:lpstr>
      <vt:lpstr>Cyclic Redundancy Check (CRC) example </vt:lpstr>
      <vt:lpstr>Cyclic Redundancy Check (CRC) example </vt:lpstr>
      <vt:lpstr>Ethernet, HDLC, USB? </vt:lpstr>
      <vt:lpstr>Ethernet, HDLC, USB? </vt:lpstr>
      <vt:lpstr>Ethernet, HDLC, USB?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 detection and correction</dc:title>
  <dc:creator>Lenovo</dc:creator>
  <cp:lastModifiedBy>Lenovo</cp:lastModifiedBy>
  <cp:revision>8</cp:revision>
  <dcterms:created xsi:type="dcterms:W3CDTF">2026-01-13T10:26:25Z</dcterms:created>
  <dcterms:modified xsi:type="dcterms:W3CDTF">2026-01-19T03:22:12Z</dcterms:modified>
</cp:coreProperties>
</file>