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F059D6-A9D5-44BE-AFCA-882D6B2B333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3B892B15-A07B-43E8-A8FD-EEBC798FDE9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9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7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5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5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4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6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0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9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5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DD09F-B39A-4779-974E-F9979E6FC9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6404F-68E0-4BB2-AD7A-DB43E27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Flow Control: Stop and wait flow control with Real-Life Example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2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21" y="712178"/>
            <a:ext cx="9875685" cy="47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7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3177" y="3244362"/>
            <a:ext cx="5222629" cy="34817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09492" cy="324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0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6" y="177091"/>
            <a:ext cx="7986913" cy="65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6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399627"/>
            <a:ext cx="5706271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8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06408"/>
            <a:ext cx="9021434" cy="39153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84400" y="6311900"/>
            <a:ext cx="3276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ARQ (Automatic Repeat </a:t>
            </a:r>
            <a:r>
              <a:rPr lang="en-US" dirty="0" err="1"/>
              <a:t>reQuest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639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Flow Control: Stop and wait flow control with Real-Life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Control: Stop and wait flow control with Real-Life Example</dc:title>
  <dc:creator>Lenovo</dc:creator>
  <cp:lastModifiedBy>Lenovo</cp:lastModifiedBy>
  <cp:revision>5</cp:revision>
  <dcterms:created xsi:type="dcterms:W3CDTF">2026-01-22T04:59:47Z</dcterms:created>
  <dcterms:modified xsi:type="dcterms:W3CDTF">2026-02-27T06:24:32Z</dcterms:modified>
</cp:coreProperties>
</file>