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582C4-2F28-4895-A80C-25D02AAA8990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A3291-267C-4434-B861-281FE0095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588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582C4-2F28-4895-A80C-25D02AAA8990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A3291-267C-4434-B861-281FE0095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7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582C4-2F28-4895-A80C-25D02AAA8990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A3291-267C-4434-B861-281FE0095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901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582C4-2F28-4895-A80C-25D02AAA8990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A3291-267C-4434-B861-281FE0095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750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582C4-2F28-4895-A80C-25D02AAA8990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A3291-267C-4434-B861-281FE0095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897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582C4-2F28-4895-A80C-25D02AAA8990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A3291-267C-4434-B861-281FE0095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74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582C4-2F28-4895-A80C-25D02AAA8990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A3291-267C-4434-B861-281FE0095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840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582C4-2F28-4895-A80C-25D02AAA8990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A3291-267C-4434-B861-281FE0095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617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582C4-2F28-4895-A80C-25D02AAA8990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A3291-267C-4434-B861-281FE0095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00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582C4-2F28-4895-A80C-25D02AAA8990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A3291-267C-4434-B861-281FE0095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612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582C4-2F28-4895-A80C-25D02AAA8990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A3291-267C-4434-B861-281FE0095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922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B582C4-2F28-4895-A80C-25D02AAA8990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BA3291-267C-4434-B861-281FE0095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4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Hamming Distance and Minimum Hamming Distance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071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0"/>
            <a:ext cx="9602540" cy="6242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729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624" y="271022"/>
            <a:ext cx="10402752" cy="6315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155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4625"/>
            <a:ext cx="10031225" cy="562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009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428"/>
            <a:ext cx="5229955" cy="59825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515" y="413534"/>
            <a:ext cx="6837485" cy="576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304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Hamming Code (With Example)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9546" y="2510423"/>
            <a:ext cx="9192908" cy="29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288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Hamming Code (With 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262" y="1825625"/>
            <a:ext cx="4277322" cy="348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354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Hamming Code (With 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90154"/>
            <a:ext cx="5182323" cy="274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256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Hamming Code (With 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073" y="1690688"/>
            <a:ext cx="5249008" cy="474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986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Hamming Code (With 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86" y="1742839"/>
            <a:ext cx="11660227" cy="337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927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185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Hamming Code (With 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00" y="1325563"/>
            <a:ext cx="4191585" cy="502037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145" y="1325563"/>
            <a:ext cx="7601855" cy="282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587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007" y="8792"/>
            <a:ext cx="10465777" cy="859571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Hamming Code (With 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1" y="868363"/>
            <a:ext cx="3431930" cy="37915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2179" y="1825625"/>
            <a:ext cx="8535165" cy="444879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3938" y="714123"/>
            <a:ext cx="6011140" cy="2969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107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007" y="8792"/>
            <a:ext cx="10465777" cy="859571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Hamming Code (With 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13" y="795910"/>
            <a:ext cx="6125430" cy="54490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5328" y="868363"/>
            <a:ext cx="2962688" cy="49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593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007" y="8792"/>
            <a:ext cx="10465777" cy="859571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Hamming Code (With 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13" y="795910"/>
            <a:ext cx="6125430" cy="54490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5328" y="868363"/>
            <a:ext cx="2962688" cy="49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775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007" y="8792"/>
            <a:ext cx="10465777" cy="859571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Hamming Code (With 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08" y="953404"/>
            <a:ext cx="8297804" cy="465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647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</TotalTime>
  <Words>66</Words>
  <Application>Microsoft Office PowerPoint</Application>
  <PresentationFormat>Widescreen</PresentationFormat>
  <Paragraphs>11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Hamming Distance and Minimum Hamming Distance</vt:lpstr>
      <vt:lpstr>PowerPoint Presentation</vt:lpstr>
      <vt:lpstr>PowerPoint Presentation</vt:lpstr>
      <vt:lpstr>PowerPoint Presentation</vt:lpstr>
      <vt:lpstr>PowerPoint Presentation</vt:lpstr>
      <vt:lpstr>Hamming Code (With Example)</vt:lpstr>
      <vt:lpstr>Hamming Code (With Example)</vt:lpstr>
      <vt:lpstr>Hamming Code (With Example)</vt:lpstr>
      <vt:lpstr>Hamming Code (With Example)</vt:lpstr>
      <vt:lpstr>Hamming Code (With Example)</vt:lpstr>
      <vt:lpstr>Hamming Code (With Example)</vt:lpstr>
      <vt:lpstr>Hamming Code (With Example)</vt:lpstr>
      <vt:lpstr>Hamming Code (With Example)</vt:lpstr>
      <vt:lpstr>Hamming Code (With Example)</vt:lpstr>
      <vt:lpstr>Hamming Code (With Example)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Hamming Distance and Minimum Hamming Distance</dc:title>
  <dc:creator>Lenovo</dc:creator>
  <cp:lastModifiedBy>Lenovo</cp:lastModifiedBy>
  <cp:revision>9</cp:revision>
  <dcterms:created xsi:type="dcterms:W3CDTF">2026-01-20T03:45:46Z</dcterms:created>
  <dcterms:modified xsi:type="dcterms:W3CDTF">2026-01-27T06:36:27Z</dcterms:modified>
</cp:coreProperties>
</file>