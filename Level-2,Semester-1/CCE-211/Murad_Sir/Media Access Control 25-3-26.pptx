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8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6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5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29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8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8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9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83083-BE9E-4444-9382-71961635F5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449F8-627A-48FE-8206-115186A39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3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Media Access Control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1652339"/>
            <a:ext cx="9783540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7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Random 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s-IN" dirty="0"/>
              <a:t>এখানে প্রতিটি ডিভাইস নিজে সিদ্ধান্ত নেয় কখন ডাটা পাঠাবে।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3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2553"/>
            <a:ext cx="925006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82" y="365125"/>
            <a:ext cx="8992855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3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6902"/>
            <a:ext cx="8764223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7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11" y="559837"/>
            <a:ext cx="8880220" cy="341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0" y="215815"/>
            <a:ext cx="9468118" cy="428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2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449325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85" y="228215"/>
            <a:ext cx="6249272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8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Vrinda</vt:lpstr>
      <vt:lpstr>Office Theme</vt:lpstr>
      <vt:lpstr>Media Access Control</vt:lpstr>
      <vt:lpstr>PowerPoint Presentation</vt:lpstr>
      <vt:lpstr>1. Random Access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Access Control</dc:title>
  <dc:creator>Lenovo</dc:creator>
  <cp:lastModifiedBy>Lenovo</cp:lastModifiedBy>
  <cp:revision>3</cp:revision>
  <dcterms:created xsi:type="dcterms:W3CDTF">2026-03-14T04:19:15Z</dcterms:created>
  <dcterms:modified xsi:type="dcterms:W3CDTF">2026-03-25T06:41:48Z</dcterms:modified>
</cp:coreProperties>
</file>