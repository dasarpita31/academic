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8A99-2264-4DDF-A7EA-EACA2533B9A7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E9E33-581A-427E-B3AD-FA4B0C0E2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278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8A99-2264-4DDF-A7EA-EACA2533B9A7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E9E33-581A-427E-B3AD-FA4B0C0E2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337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8A99-2264-4DDF-A7EA-EACA2533B9A7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E9E33-581A-427E-B3AD-FA4B0C0E2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540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8A99-2264-4DDF-A7EA-EACA2533B9A7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E9E33-581A-427E-B3AD-FA4B0C0E2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224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8A99-2264-4DDF-A7EA-EACA2533B9A7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E9E33-581A-427E-B3AD-FA4B0C0E2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250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8A99-2264-4DDF-A7EA-EACA2533B9A7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E9E33-581A-427E-B3AD-FA4B0C0E2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100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8A99-2264-4DDF-A7EA-EACA2533B9A7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E9E33-581A-427E-B3AD-FA4B0C0E2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583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8A99-2264-4DDF-A7EA-EACA2533B9A7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E9E33-581A-427E-B3AD-FA4B0C0E2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447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8A99-2264-4DDF-A7EA-EACA2533B9A7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E9E33-581A-427E-B3AD-FA4B0C0E2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273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8A99-2264-4DDF-A7EA-EACA2533B9A7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E9E33-581A-427E-B3AD-FA4B0C0E2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733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68A99-2264-4DDF-A7EA-EACA2533B9A7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E9E33-581A-427E-B3AD-FA4B0C0E2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897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268A99-2264-4DDF-A7EA-EACA2533B9A7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E9E33-581A-427E-B3AD-FA4B0C0E2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679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8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Data link control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387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Link Control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Data Link Control</a:t>
            </a:r>
            <a:r>
              <a:rPr lang="en-US" dirty="0" smtClean="0"/>
              <a:t> </a:t>
            </a:r>
            <a:r>
              <a:rPr lang="as-IN" dirty="0" smtClean="0"/>
              <a:t>হলো এমন একটি প্রক্রিয়া যা </a:t>
            </a:r>
            <a:r>
              <a:rPr lang="en-US" dirty="0" smtClean="0"/>
              <a:t>Data Link Layer-</a:t>
            </a:r>
            <a:r>
              <a:rPr lang="as-IN" dirty="0" smtClean="0"/>
              <a:t>এ ব্যবহৃত হয় যাতে দুইটি নোডের মধ্যে </a:t>
            </a:r>
            <a:r>
              <a:rPr lang="as-IN" b="1" dirty="0" smtClean="0"/>
              <a:t>নির্ভরযোগ্যভাবে ডাটা ট্রান্সমিশন</a:t>
            </a:r>
            <a:r>
              <a:rPr lang="as-IN" dirty="0" smtClean="0"/>
              <a:t> করা যায়। </a:t>
            </a:r>
            <a:endParaRPr lang="en-US" dirty="0" smtClean="0"/>
          </a:p>
          <a:p>
            <a:r>
              <a:rPr lang="as-IN" dirty="0" smtClean="0"/>
              <a:t>এটি </a:t>
            </a:r>
            <a:r>
              <a:rPr lang="en-US" b="1" dirty="0" smtClean="0"/>
              <a:t>error control, flow control </a:t>
            </a:r>
            <a:r>
              <a:rPr lang="as-IN" b="1" dirty="0" smtClean="0"/>
              <a:t>এবং </a:t>
            </a:r>
            <a:r>
              <a:rPr lang="en-US" b="1" dirty="0" smtClean="0"/>
              <a:t>frame management</a:t>
            </a:r>
            <a:r>
              <a:rPr lang="en-US" dirty="0" smtClean="0"/>
              <a:t> </a:t>
            </a:r>
            <a:r>
              <a:rPr lang="as-IN" dirty="0" smtClean="0"/>
              <a:t>নিশ্চিত করে।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8150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79862"/>
            <a:ext cx="9964541" cy="2695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947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454" y="1274886"/>
            <a:ext cx="9025394" cy="3811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484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408" y="862874"/>
            <a:ext cx="10183646" cy="339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656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09141"/>
            <a:ext cx="8407013" cy="5130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156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536" y="290154"/>
            <a:ext cx="8610463" cy="616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029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438" y="508151"/>
            <a:ext cx="6582694" cy="483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270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968" y="283548"/>
            <a:ext cx="6134956" cy="530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964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In short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9236517"/>
              </p:ext>
            </p:extLst>
          </p:nvPr>
        </p:nvGraphicFramePr>
        <p:xfrm>
          <a:off x="4148328" y="1995952"/>
          <a:ext cx="15686399" cy="34500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Document" r:id="rId3" imgW="5940848" imgH="1308313" progId="Word.Document.12">
                  <p:embed/>
                </p:oleObj>
              </mc:Choice>
              <mc:Fallback>
                <p:oleObj name="Document" r:id="rId3" imgW="5940848" imgH="130831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48328" y="1995952"/>
                        <a:ext cx="15686399" cy="34500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16835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316" y="586453"/>
            <a:ext cx="11636955" cy="3246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967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71" y="529355"/>
            <a:ext cx="12006220" cy="2322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920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493" y="117571"/>
            <a:ext cx="9859751" cy="562053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493" y="5873042"/>
            <a:ext cx="5525271" cy="77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95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169" y="124975"/>
            <a:ext cx="9821646" cy="426238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713" y="4281855"/>
            <a:ext cx="5153744" cy="2576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360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Comparison 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42587"/>
              </p:ext>
            </p:extLst>
          </p:nvPr>
        </p:nvGraphicFramePr>
        <p:xfrm>
          <a:off x="838200" y="1690688"/>
          <a:ext cx="10515600" cy="293824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3615531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4833703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311582128"/>
                    </a:ext>
                  </a:extLst>
                </a:gridCol>
              </a:tblGrid>
              <a:tr h="67639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Feature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PAP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CHAP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13980706"/>
                  </a:ext>
                </a:extLst>
              </a:tr>
              <a:tr h="67639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Security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 err="1">
                          <a:effectLst/>
                        </a:rPr>
                        <a:t>কম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 err="1">
                          <a:effectLst/>
                        </a:rPr>
                        <a:t>বেশি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1138804"/>
                  </a:ext>
                </a:extLst>
              </a:tr>
              <a:tr h="67639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Password transmission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Plain text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Hash value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29709616"/>
                  </a:ext>
                </a:extLst>
              </a:tr>
              <a:tr h="67639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Authentication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একবার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 err="1">
                          <a:effectLst/>
                        </a:rPr>
                        <a:t>বারবার</a:t>
                      </a:r>
                      <a:r>
                        <a:rPr lang="en-US" sz="2800" dirty="0">
                          <a:effectLst/>
                        </a:rPr>
                        <a:t> verify </a:t>
                      </a:r>
                      <a:r>
                        <a:rPr lang="en-US" sz="2800" dirty="0" err="1">
                          <a:effectLst/>
                        </a:rPr>
                        <a:t>করতে</a:t>
                      </a:r>
                      <a:r>
                        <a:rPr lang="en-US" sz="2800" dirty="0">
                          <a:effectLst/>
                        </a:rPr>
                        <a:t> </a:t>
                      </a:r>
                      <a:r>
                        <a:rPr lang="en-US" sz="2800" dirty="0" err="1">
                          <a:effectLst/>
                        </a:rPr>
                        <a:t>পারে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000416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8761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63</Words>
  <Application>Microsoft Office PowerPoint</Application>
  <PresentationFormat>Widescreen</PresentationFormat>
  <Paragraphs>18</Paragraphs>
  <Slides>15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Vrinda</vt:lpstr>
      <vt:lpstr>Office Theme</vt:lpstr>
      <vt:lpstr>Microsoft Word Document</vt:lpstr>
      <vt:lpstr>Data link control</vt:lpstr>
      <vt:lpstr>Data Link Control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 short</vt:lpstr>
      <vt:lpstr>PowerPoint Presentation</vt:lpstr>
      <vt:lpstr>PowerPoint Presentation</vt:lpstr>
      <vt:lpstr>PowerPoint Presentation</vt:lpstr>
      <vt:lpstr>PowerPoint Presentation</vt:lpstr>
      <vt:lpstr>Comparison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link control</dc:title>
  <dc:creator>Lenovo</dc:creator>
  <cp:lastModifiedBy>Lenovo</cp:lastModifiedBy>
  <cp:revision>5</cp:revision>
  <dcterms:created xsi:type="dcterms:W3CDTF">2026-03-13T06:28:41Z</dcterms:created>
  <dcterms:modified xsi:type="dcterms:W3CDTF">2026-03-13T09:08:51Z</dcterms:modified>
</cp:coreProperties>
</file>