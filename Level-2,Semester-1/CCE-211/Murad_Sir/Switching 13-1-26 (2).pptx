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5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3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0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7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9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3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9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6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8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5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0AD45-8A03-46B7-8DDB-99750A48F8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5F85-3918-40F1-8C1C-BC802E547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0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Switching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7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11" y="365125"/>
            <a:ext cx="8926189" cy="620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39" y="117244"/>
            <a:ext cx="10296100" cy="631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3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62" y="842601"/>
            <a:ext cx="8938611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1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146" y="292179"/>
            <a:ext cx="10515600" cy="1325563"/>
          </a:xfrm>
        </p:spPr>
        <p:txBody>
          <a:bodyPr/>
          <a:lstStyle/>
          <a:p>
            <a:r>
              <a:rPr lang="en-US" dirty="0"/>
              <a:t>Structure of a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1554" y="1421179"/>
            <a:ext cx="6405958" cy="4351338"/>
          </a:xfrm>
        </p:spPr>
        <p:txBody>
          <a:bodyPr/>
          <a:lstStyle/>
          <a:p>
            <a:r>
              <a:rPr lang="en-US" dirty="0"/>
              <a:t>A network switch is built from </a:t>
            </a:r>
            <a:r>
              <a:rPr lang="en-US" dirty="0">
                <a:solidFill>
                  <a:srgbClr val="FF0000"/>
                </a:solidFill>
              </a:rPr>
              <a:t>a few core components that work together to receive frames, decide where they should go, and forward them efficiently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6" y="1704243"/>
            <a:ext cx="5405871" cy="31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2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8955"/>
            <a:ext cx="6128238" cy="6495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704" y="2331631"/>
            <a:ext cx="6661296" cy="362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4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8955"/>
            <a:ext cx="6128238" cy="6495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674" y="164797"/>
            <a:ext cx="3820149" cy="659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3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8955"/>
            <a:ext cx="6128238" cy="6495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23" y="679220"/>
            <a:ext cx="5931878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6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8955"/>
            <a:ext cx="6128238" cy="6495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22" y="229277"/>
            <a:ext cx="5931877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3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Switching</vt:lpstr>
      <vt:lpstr>PowerPoint Presentation</vt:lpstr>
      <vt:lpstr>PowerPoint Presentation</vt:lpstr>
      <vt:lpstr>PowerPoint Presentation</vt:lpstr>
      <vt:lpstr>Structure of a switch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Switching</dc:title>
  <dc:creator>Lenovo</dc:creator>
  <cp:lastModifiedBy>Lenovo</cp:lastModifiedBy>
  <cp:revision>11</cp:revision>
  <dcterms:created xsi:type="dcterms:W3CDTF">2026-01-08T10:22:21Z</dcterms:created>
  <dcterms:modified xsi:type="dcterms:W3CDTF">2026-01-13T06:23:31Z</dcterms:modified>
</cp:coreProperties>
</file>